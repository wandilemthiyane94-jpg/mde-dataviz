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337B-446E-1309-9D23-E876798EA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D426F-4B91-C00F-E512-4C6777093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2AF37-77A8-14CC-E07C-DDC686A6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7BD22-A86C-9240-E48E-9CC527CC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CA9B-9353-5D39-D315-5D1EA858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1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472F-F25D-BBE5-E536-0E5BF87A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3D7DD-8F0E-0506-F169-6879EE04C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EBD3-A399-C16F-EC7F-3EFFF558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B2C3D-261E-89B2-36D1-B6188912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122E0-0C79-21B2-0B9D-1E332D46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8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5D56-59C0-779A-81E3-D97BD920B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D2A8E-5B15-DC0D-0C2F-BC1B72ED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9FE1A-6EA7-E4A7-8519-BF34F6CD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46A73-28F0-DBBD-FC0F-1BD34DD7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65947-325C-3526-1836-8F9C3283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0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B1CD-9F14-70B9-5DAD-4B01F958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F7CF-2F22-CA86-3F41-F7C771671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B6208-AF8D-9A6D-484B-AC5A17F8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1A374-9FE2-C8E9-7FE2-AD4F653A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C8633-FB8B-80E5-DEA7-9E1190B6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C6BBE-09BA-7B39-661A-3920DAB5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6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65B2-B66A-64FD-35A6-D5A0A443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C49C8-6641-2D46-C8C5-63FAB5F71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ADFAF-ED97-2500-91E4-0C784C4B9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ADFC8-CE64-7D1E-67F9-0BFC1DE93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D7DBB-BA33-F1F8-D243-053896998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F03C3-FAF3-BBB2-5333-FF2F2D0C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6596E2-716A-EEFB-C982-AA921AB2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8B673-B9D0-9E9A-78B6-1268098D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5E6C-B0EF-F44F-5F3E-BC668EF8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5560D-3650-2F59-5598-FB2D0BFC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81AD1-DB09-22EF-B814-97891C77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B22D4-F87D-D8E2-FE75-7BFAECD7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7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87280-45D7-0CFC-8000-DB922E44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41B849-69CB-49D1-1946-512BAB8A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21A28-792E-3B6C-B8FC-31C4E471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7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BE94-AE5F-F6ED-59A0-01795E72B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E15E-3B27-AAC7-25E7-68A1DDD3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921E5-8EDB-D3AE-B9D8-1DB617240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B3450-ED50-6F2C-2D9A-5B38FEBE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D8CA2-116F-9C69-62C9-7BE514A5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ABFF6-CF19-C00C-21C8-6EF06E95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7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648A-4237-5D41-A45D-D57D398E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FCE4E-1C09-D969-6D35-848459BBB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BAE2F-EACA-FD20-4D50-A321EE512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7EF46-CC2B-BE85-3AC5-D3893AB3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32B86-BEC3-3D93-FBE4-5ABA06D9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DA2CC-95D2-0B74-23F4-020A297F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7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7E16D-F5D3-6DD7-AA3E-EC11004A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48B1C-567B-FB7B-3F71-BA90463E1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7BFB-9DFB-C2EF-A3C9-2C376631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8F900-6894-4F59-8E81-A9362DCB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7076-6DBF-2109-7AD2-8B4BDCF7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7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8F960-8119-D665-ACCA-2F023C023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24C04-D418-BA81-6820-5AED252BA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2996-3BF2-082D-A19F-10EC14C2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54DE-7940-577D-AB45-B49DD213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3A771-F18C-F29D-4419-CB6830E6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4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62BA8-0386-4B96-68D7-E5AF4DD8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0076C-B3F4-E7D9-71D0-B36AA546D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C7DB6-C95E-C3BE-CF89-A40CA514C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128D3-1B5B-4221-9CDC-C09F37C5C4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B4BFC-91E4-8538-10EF-F03E5E3F7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2D115-EAFD-A606-521C-B421E8F6C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F5E16-40D9-45EE-A730-803F94BA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4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EAB78-9666-F761-6C25-60EA5B4E5A72}"/>
              </a:ext>
            </a:extLst>
          </p:cNvPr>
          <p:cNvSpPr txBox="1"/>
          <p:nvPr/>
        </p:nvSpPr>
        <p:spPr>
          <a:xfrm>
            <a:off x="457200" y="508000"/>
            <a:ext cx="533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D0312D"/>
                </a:solidFill>
                <a:latin typeface="Bahnschrift" panose="020B0502040204020203" pitchFamily="34" charset="0"/>
              </a:rPr>
              <a:t>Who owns the flood?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D8B22-C265-A627-B23D-34F6A7D27F4D}"/>
              </a:ext>
            </a:extLst>
          </p:cNvPr>
          <p:cNvSpPr txBox="1"/>
          <p:nvPr/>
        </p:nvSpPr>
        <p:spPr>
          <a:xfrm>
            <a:off x="457200" y="1270000"/>
            <a:ext cx="508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A sketch deck of the interaction states and the first prototype of our data visualization.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32C06-6463-E6D6-39BF-E75538B6C0E4}"/>
              </a:ext>
            </a:extLst>
          </p:cNvPr>
          <p:cNvSpPr txBox="1"/>
          <p:nvPr/>
        </p:nvSpPr>
        <p:spPr>
          <a:xfrm>
            <a:off x="457200" y="2159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 · Sept 2026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432E13-2F6E-BE68-9169-8E278C88FA69}"/>
              </a:ext>
            </a:extLst>
          </p:cNvPr>
          <p:cNvSpPr/>
          <p:nvPr/>
        </p:nvSpPr>
        <p:spPr>
          <a:xfrm>
            <a:off x="5891910" y="885588"/>
            <a:ext cx="5908714" cy="6872"/>
          </a:xfrm>
          <a:custGeom>
            <a:avLst/>
            <a:gdLst/>
            <a:ahLst/>
            <a:cxnLst/>
            <a:rect l="0" t="0" r="0" b="0"/>
            <a:pathLst>
              <a:path w="5908714" h="6872">
                <a:moveTo>
                  <a:pt x="0" y="6241"/>
                </a:moveTo>
                <a:lnTo>
                  <a:pt x="740304" y="0"/>
                </a:lnTo>
                <a:lnTo>
                  <a:pt x="1476247" y="4754"/>
                </a:lnTo>
                <a:lnTo>
                  <a:pt x="2211966" y="6871"/>
                </a:lnTo>
                <a:lnTo>
                  <a:pt x="2956258" y="6117"/>
                </a:lnTo>
                <a:lnTo>
                  <a:pt x="3691439" y="6706"/>
                </a:lnTo>
                <a:lnTo>
                  <a:pt x="4429595" y="450"/>
                </a:lnTo>
                <a:lnTo>
                  <a:pt x="5171113" y="2665"/>
                </a:lnTo>
                <a:lnTo>
                  <a:pt x="5908713" y="2157"/>
                </a:lnTo>
              </a:path>
            </a:pathLst>
          </a:custGeom>
          <a:ln w="1270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D27FED-6C9B-1CE7-3232-1AA400345663}"/>
              </a:ext>
            </a:extLst>
          </p:cNvPr>
          <p:cNvCxnSpPr/>
          <p:nvPr/>
        </p:nvCxnSpPr>
        <p:spPr>
          <a:xfrm>
            <a:off x="5969000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77BFB2-B9C4-AB74-607B-E7AF64F3C01B}"/>
              </a:ext>
            </a:extLst>
          </p:cNvPr>
          <p:cNvCxnSpPr/>
          <p:nvPr/>
        </p:nvCxnSpPr>
        <p:spPr>
          <a:xfrm>
            <a:off x="5969000" y="2842846"/>
            <a:ext cx="0" cy="3126154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62F583-BA1C-D237-B7A5-6AA8D74AF811}"/>
              </a:ext>
            </a:extLst>
          </p:cNvPr>
          <p:cNvCxnSpPr/>
          <p:nvPr/>
        </p:nvCxnSpPr>
        <p:spPr>
          <a:xfrm>
            <a:off x="6047088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AB0BB2-DA9F-85D9-DDBA-9A7C0F802820}"/>
              </a:ext>
            </a:extLst>
          </p:cNvPr>
          <p:cNvCxnSpPr/>
          <p:nvPr/>
        </p:nvCxnSpPr>
        <p:spPr>
          <a:xfrm>
            <a:off x="6047088" y="3233615"/>
            <a:ext cx="0" cy="2735385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FB0F76-6893-2D71-5DA2-A431A014E5B4}"/>
              </a:ext>
            </a:extLst>
          </p:cNvPr>
          <p:cNvCxnSpPr/>
          <p:nvPr/>
        </p:nvCxnSpPr>
        <p:spPr>
          <a:xfrm>
            <a:off x="6125176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FCF066-E2D4-45A3-5C31-64E787D4DB60}"/>
              </a:ext>
            </a:extLst>
          </p:cNvPr>
          <p:cNvCxnSpPr/>
          <p:nvPr/>
        </p:nvCxnSpPr>
        <p:spPr>
          <a:xfrm>
            <a:off x="6125176" y="3429000"/>
            <a:ext cx="0" cy="2540000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B821E6-FA26-EBC7-09F7-8671C5E43433}"/>
              </a:ext>
            </a:extLst>
          </p:cNvPr>
          <p:cNvCxnSpPr/>
          <p:nvPr/>
        </p:nvCxnSpPr>
        <p:spPr>
          <a:xfrm>
            <a:off x="6203264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27A707-67E2-684C-9D73-382F548D7A39}"/>
              </a:ext>
            </a:extLst>
          </p:cNvPr>
          <p:cNvCxnSpPr/>
          <p:nvPr/>
        </p:nvCxnSpPr>
        <p:spPr>
          <a:xfrm>
            <a:off x="6203264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22A72C-F3E6-4DA6-A0F0-A3674E097754}"/>
              </a:ext>
            </a:extLst>
          </p:cNvPr>
          <p:cNvCxnSpPr/>
          <p:nvPr/>
        </p:nvCxnSpPr>
        <p:spPr>
          <a:xfrm>
            <a:off x="628135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CC676F-4933-E0EA-F7A8-7DE1205DFF08}"/>
              </a:ext>
            </a:extLst>
          </p:cNvPr>
          <p:cNvCxnSpPr/>
          <p:nvPr/>
        </p:nvCxnSpPr>
        <p:spPr>
          <a:xfrm>
            <a:off x="6281351" y="4796692"/>
            <a:ext cx="0" cy="1172308"/>
          </a:xfrm>
          <a:prstGeom prst="line">
            <a:avLst/>
          </a:prstGeom>
          <a:ln w="4445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43719E8-39E9-EF8E-8702-0DE97C0DAFF3}"/>
              </a:ext>
            </a:extLst>
          </p:cNvPr>
          <p:cNvSpPr/>
          <p:nvPr/>
        </p:nvSpPr>
        <p:spPr>
          <a:xfrm>
            <a:off x="6230551" y="60706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D7D88F-649A-F9E4-0810-5501557C030B}"/>
              </a:ext>
            </a:extLst>
          </p:cNvPr>
          <p:cNvCxnSpPr/>
          <p:nvPr/>
        </p:nvCxnSpPr>
        <p:spPr>
          <a:xfrm>
            <a:off x="635943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BA5297-5313-7587-E572-A39BF463FD33}"/>
              </a:ext>
            </a:extLst>
          </p:cNvPr>
          <p:cNvCxnSpPr/>
          <p:nvPr/>
        </p:nvCxnSpPr>
        <p:spPr>
          <a:xfrm>
            <a:off x="6359439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E9B6AD-B90A-4305-6E62-A2AC310279DE}"/>
              </a:ext>
            </a:extLst>
          </p:cNvPr>
          <p:cNvCxnSpPr/>
          <p:nvPr/>
        </p:nvCxnSpPr>
        <p:spPr>
          <a:xfrm>
            <a:off x="643752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5E5AF6-CC49-3561-A8C7-3CBF8D38A744}"/>
              </a:ext>
            </a:extLst>
          </p:cNvPr>
          <p:cNvCxnSpPr/>
          <p:nvPr/>
        </p:nvCxnSpPr>
        <p:spPr>
          <a:xfrm>
            <a:off x="6437527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4FBDF1-A48C-3161-B96B-B91AA5A93E76}"/>
              </a:ext>
            </a:extLst>
          </p:cNvPr>
          <p:cNvCxnSpPr/>
          <p:nvPr/>
        </p:nvCxnSpPr>
        <p:spPr>
          <a:xfrm>
            <a:off x="651561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A25C47-E852-D88C-79A7-744E8993BE83}"/>
              </a:ext>
            </a:extLst>
          </p:cNvPr>
          <p:cNvCxnSpPr/>
          <p:nvPr/>
        </p:nvCxnSpPr>
        <p:spPr>
          <a:xfrm>
            <a:off x="6515615" y="4992077"/>
            <a:ext cx="0" cy="976923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10429D-DD81-7714-0543-22A7A0FF7ADA}"/>
              </a:ext>
            </a:extLst>
          </p:cNvPr>
          <p:cNvCxnSpPr/>
          <p:nvPr/>
        </p:nvCxnSpPr>
        <p:spPr>
          <a:xfrm>
            <a:off x="659370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FDEF40-8619-24C2-1E81-E544746555C4}"/>
              </a:ext>
            </a:extLst>
          </p:cNvPr>
          <p:cNvCxnSpPr/>
          <p:nvPr/>
        </p:nvCxnSpPr>
        <p:spPr>
          <a:xfrm>
            <a:off x="6593703" y="5578231"/>
            <a:ext cx="0" cy="390769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384F434-5BAD-F804-DEFB-4B5E4DD0FBA7}"/>
              </a:ext>
            </a:extLst>
          </p:cNvPr>
          <p:cNvCxnSpPr/>
          <p:nvPr/>
        </p:nvCxnSpPr>
        <p:spPr>
          <a:xfrm>
            <a:off x="6671790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4B6605-DE66-6F6B-87D9-49B73C199285}"/>
              </a:ext>
            </a:extLst>
          </p:cNvPr>
          <p:cNvCxnSpPr/>
          <p:nvPr/>
        </p:nvCxnSpPr>
        <p:spPr>
          <a:xfrm>
            <a:off x="6671790" y="5578231"/>
            <a:ext cx="0" cy="39076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C6AF35-3037-2884-A057-9AAD1B44EA1C}"/>
              </a:ext>
            </a:extLst>
          </p:cNvPr>
          <p:cNvCxnSpPr/>
          <p:nvPr/>
        </p:nvCxnSpPr>
        <p:spPr>
          <a:xfrm>
            <a:off x="674987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1C949A-3A28-A8FB-8094-924D6230737E}"/>
              </a:ext>
            </a:extLst>
          </p:cNvPr>
          <p:cNvCxnSpPr/>
          <p:nvPr/>
        </p:nvCxnSpPr>
        <p:spPr>
          <a:xfrm>
            <a:off x="6749879" y="5773615"/>
            <a:ext cx="0" cy="195385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3DA7B7-51B1-0C7D-926F-6C701068C52E}"/>
              </a:ext>
            </a:extLst>
          </p:cNvPr>
          <p:cNvCxnSpPr/>
          <p:nvPr/>
        </p:nvCxnSpPr>
        <p:spPr>
          <a:xfrm>
            <a:off x="6827966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783B85-F3EF-EA84-52EA-30EA72410679}"/>
              </a:ext>
            </a:extLst>
          </p:cNvPr>
          <p:cNvCxnSpPr/>
          <p:nvPr/>
        </p:nvCxnSpPr>
        <p:spPr>
          <a:xfrm>
            <a:off x="6827966" y="5773615"/>
            <a:ext cx="0" cy="195385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A928F1-FECB-C6F7-504B-195C2715886D}"/>
              </a:ext>
            </a:extLst>
          </p:cNvPr>
          <p:cNvCxnSpPr/>
          <p:nvPr/>
        </p:nvCxnSpPr>
        <p:spPr>
          <a:xfrm>
            <a:off x="6906054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27E3A5-20B5-F741-E7B9-1BCA495B8233}"/>
              </a:ext>
            </a:extLst>
          </p:cNvPr>
          <p:cNvCxnSpPr/>
          <p:nvPr/>
        </p:nvCxnSpPr>
        <p:spPr>
          <a:xfrm>
            <a:off x="6906054" y="3038231"/>
            <a:ext cx="0" cy="293076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3331D4B-8EEA-EFBE-7D0D-35AEC1EA7151}"/>
              </a:ext>
            </a:extLst>
          </p:cNvPr>
          <p:cNvCxnSpPr/>
          <p:nvPr/>
        </p:nvCxnSpPr>
        <p:spPr>
          <a:xfrm>
            <a:off x="6984142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B213CA-B5B2-3162-F816-EEA92174ACE7}"/>
              </a:ext>
            </a:extLst>
          </p:cNvPr>
          <p:cNvCxnSpPr/>
          <p:nvPr/>
        </p:nvCxnSpPr>
        <p:spPr>
          <a:xfrm>
            <a:off x="6984142" y="4015154"/>
            <a:ext cx="0" cy="1953846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AE2C379-6D0C-048F-4D4E-1C3437BE7716}"/>
              </a:ext>
            </a:extLst>
          </p:cNvPr>
          <p:cNvCxnSpPr/>
          <p:nvPr/>
        </p:nvCxnSpPr>
        <p:spPr>
          <a:xfrm>
            <a:off x="706222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AFFF23E-C0EC-AE49-6F6C-A975DBA5BF25}"/>
              </a:ext>
            </a:extLst>
          </p:cNvPr>
          <p:cNvCxnSpPr/>
          <p:nvPr/>
        </p:nvCxnSpPr>
        <p:spPr>
          <a:xfrm>
            <a:off x="7062229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2B43BA-0AD1-F6D7-8532-1882C585D68B}"/>
              </a:ext>
            </a:extLst>
          </p:cNvPr>
          <p:cNvCxnSpPr/>
          <p:nvPr/>
        </p:nvCxnSpPr>
        <p:spPr>
          <a:xfrm>
            <a:off x="7140318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71FDDF-ACB2-2E4E-06CE-3A5EAF1B9D3E}"/>
              </a:ext>
            </a:extLst>
          </p:cNvPr>
          <p:cNvCxnSpPr/>
          <p:nvPr/>
        </p:nvCxnSpPr>
        <p:spPr>
          <a:xfrm>
            <a:off x="7140318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5661673-F338-2534-D855-C098AAC4F939}"/>
              </a:ext>
            </a:extLst>
          </p:cNvPr>
          <p:cNvCxnSpPr/>
          <p:nvPr/>
        </p:nvCxnSpPr>
        <p:spPr>
          <a:xfrm>
            <a:off x="721840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9AFEBAE-CA9F-7C49-BCB0-1D36C6781D71}"/>
              </a:ext>
            </a:extLst>
          </p:cNvPr>
          <p:cNvCxnSpPr/>
          <p:nvPr/>
        </p:nvCxnSpPr>
        <p:spPr>
          <a:xfrm>
            <a:off x="7218405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2CC9B09-3FE8-BF51-3BE2-CA1856AB6801}"/>
              </a:ext>
            </a:extLst>
          </p:cNvPr>
          <p:cNvCxnSpPr/>
          <p:nvPr/>
        </p:nvCxnSpPr>
        <p:spPr>
          <a:xfrm>
            <a:off x="729649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36A0DFB-5A80-0FF3-6579-D9DF2BDCE329}"/>
              </a:ext>
            </a:extLst>
          </p:cNvPr>
          <p:cNvCxnSpPr/>
          <p:nvPr/>
        </p:nvCxnSpPr>
        <p:spPr>
          <a:xfrm>
            <a:off x="7296493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CBA9EE-9F69-46D7-40E5-1FDBAF475B88}"/>
              </a:ext>
            </a:extLst>
          </p:cNvPr>
          <p:cNvCxnSpPr/>
          <p:nvPr/>
        </p:nvCxnSpPr>
        <p:spPr>
          <a:xfrm>
            <a:off x="737458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E98B88D-3A4B-CAB6-99CD-F6C6872D8D09}"/>
              </a:ext>
            </a:extLst>
          </p:cNvPr>
          <p:cNvCxnSpPr/>
          <p:nvPr/>
        </p:nvCxnSpPr>
        <p:spPr>
          <a:xfrm>
            <a:off x="7374581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9255531-3CB5-4F1E-51BE-838979FA1A3D}"/>
              </a:ext>
            </a:extLst>
          </p:cNvPr>
          <p:cNvCxnSpPr/>
          <p:nvPr/>
        </p:nvCxnSpPr>
        <p:spPr>
          <a:xfrm>
            <a:off x="745266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FE6F383-B8EB-D7B8-78FC-6278FCA709E4}"/>
              </a:ext>
            </a:extLst>
          </p:cNvPr>
          <p:cNvCxnSpPr/>
          <p:nvPr/>
        </p:nvCxnSpPr>
        <p:spPr>
          <a:xfrm>
            <a:off x="7452669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0CADD7-0628-B30B-15CE-D708516709E1}"/>
              </a:ext>
            </a:extLst>
          </p:cNvPr>
          <p:cNvCxnSpPr/>
          <p:nvPr/>
        </p:nvCxnSpPr>
        <p:spPr>
          <a:xfrm>
            <a:off x="753075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B36C6B0-8005-F254-5E3E-CEE451E0E279}"/>
              </a:ext>
            </a:extLst>
          </p:cNvPr>
          <p:cNvCxnSpPr/>
          <p:nvPr/>
        </p:nvCxnSpPr>
        <p:spPr>
          <a:xfrm>
            <a:off x="7530757" y="4796692"/>
            <a:ext cx="0" cy="117230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652C6DF-C304-A9AC-A31C-E6E371362B8D}"/>
              </a:ext>
            </a:extLst>
          </p:cNvPr>
          <p:cNvCxnSpPr/>
          <p:nvPr/>
        </p:nvCxnSpPr>
        <p:spPr>
          <a:xfrm>
            <a:off x="760884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28BF388-B776-31A8-C505-4F3BF15D5F3A}"/>
              </a:ext>
            </a:extLst>
          </p:cNvPr>
          <p:cNvCxnSpPr/>
          <p:nvPr/>
        </p:nvCxnSpPr>
        <p:spPr>
          <a:xfrm>
            <a:off x="7608845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097156F-F7E1-0D44-349B-83587BFE0E9E}"/>
              </a:ext>
            </a:extLst>
          </p:cNvPr>
          <p:cNvCxnSpPr/>
          <p:nvPr/>
        </p:nvCxnSpPr>
        <p:spPr>
          <a:xfrm>
            <a:off x="7686932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462C95-BBF3-3C64-6294-08086CE67873}"/>
              </a:ext>
            </a:extLst>
          </p:cNvPr>
          <p:cNvCxnSpPr/>
          <p:nvPr/>
        </p:nvCxnSpPr>
        <p:spPr>
          <a:xfrm>
            <a:off x="7686932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366EF1-1F00-8A4B-EFF9-942A98ED7F9C}"/>
              </a:ext>
            </a:extLst>
          </p:cNvPr>
          <p:cNvCxnSpPr/>
          <p:nvPr/>
        </p:nvCxnSpPr>
        <p:spPr>
          <a:xfrm>
            <a:off x="776502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D39C3A7-C92D-6B2D-6D2F-3A622C36186E}"/>
              </a:ext>
            </a:extLst>
          </p:cNvPr>
          <p:cNvCxnSpPr/>
          <p:nvPr/>
        </p:nvCxnSpPr>
        <p:spPr>
          <a:xfrm>
            <a:off x="7765021" y="5382846"/>
            <a:ext cx="0" cy="586154"/>
          </a:xfrm>
          <a:prstGeom prst="line">
            <a:avLst/>
          </a:prstGeom>
          <a:ln w="4445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B0F4FED-6339-2675-C0D6-44359E438131}"/>
              </a:ext>
            </a:extLst>
          </p:cNvPr>
          <p:cNvSpPr/>
          <p:nvPr/>
        </p:nvSpPr>
        <p:spPr>
          <a:xfrm>
            <a:off x="7714221" y="60706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FEF2939-5CA8-1D33-B6B5-E6C42FFA2D1B}"/>
              </a:ext>
            </a:extLst>
          </p:cNvPr>
          <p:cNvCxnSpPr/>
          <p:nvPr/>
        </p:nvCxnSpPr>
        <p:spPr>
          <a:xfrm>
            <a:off x="7843108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EE52211-41FB-A0FF-DCFE-EA936081385C}"/>
              </a:ext>
            </a:extLst>
          </p:cNvPr>
          <p:cNvCxnSpPr/>
          <p:nvPr/>
        </p:nvCxnSpPr>
        <p:spPr>
          <a:xfrm>
            <a:off x="7843108" y="5578231"/>
            <a:ext cx="0" cy="39076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B7C0E9E-CCD9-F8E0-8462-129FF59A7335}"/>
              </a:ext>
            </a:extLst>
          </p:cNvPr>
          <p:cNvCxnSpPr/>
          <p:nvPr/>
        </p:nvCxnSpPr>
        <p:spPr>
          <a:xfrm>
            <a:off x="7921196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DCCC1B1-37CD-B15F-C242-EA5304CB4288}"/>
              </a:ext>
            </a:extLst>
          </p:cNvPr>
          <p:cNvCxnSpPr/>
          <p:nvPr/>
        </p:nvCxnSpPr>
        <p:spPr>
          <a:xfrm>
            <a:off x="7921196" y="5773615"/>
            <a:ext cx="0" cy="195385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648A0F6-182D-7499-3AAE-480B8A1307DA}"/>
              </a:ext>
            </a:extLst>
          </p:cNvPr>
          <p:cNvCxnSpPr/>
          <p:nvPr/>
        </p:nvCxnSpPr>
        <p:spPr>
          <a:xfrm>
            <a:off x="7999284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83AD287-FD08-D257-6934-1D14E7069B37}"/>
              </a:ext>
            </a:extLst>
          </p:cNvPr>
          <p:cNvCxnSpPr/>
          <p:nvPr/>
        </p:nvCxnSpPr>
        <p:spPr>
          <a:xfrm>
            <a:off x="7999284" y="2256692"/>
            <a:ext cx="0" cy="3712308"/>
          </a:xfrm>
          <a:prstGeom prst="line">
            <a:avLst/>
          </a:prstGeom>
          <a:ln w="4445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5CC82F1-FCDA-C9C5-C1DA-3284801F7B6D}"/>
              </a:ext>
            </a:extLst>
          </p:cNvPr>
          <p:cNvSpPr/>
          <p:nvPr/>
        </p:nvSpPr>
        <p:spPr>
          <a:xfrm>
            <a:off x="7948484" y="60706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0A8229E-EA51-49F7-470B-77DEFAABDD2F}"/>
              </a:ext>
            </a:extLst>
          </p:cNvPr>
          <p:cNvCxnSpPr/>
          <p:nvPr/>
        </p:nvCxnSpPr>
        <p:spPr>
          <a:xfrm>
            <a:off x="807737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466DDE9-077E-22D7-1797-FDC29180D2DB}"/>
              </a:ext>
            </a:extLst>
          </p:cNvPr>
          <p:cNvCxnSpPr/>
          <p:nvPr/>
        </p:nvCxnSpPr>
        <p:spPr>
          <a:xfrm>
            <a:off x="8077371" y="2452077"/>
            <a:ext cx="0" cy="3516923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0EFBB07-01E0-BB8A-20D5-6ACDCBE034EE}"/>
              </a:ext>
            </a:extLst>
          </p:cNvPr>
          <p:cNvCxnSpPr/>
          <p:nvPr/>
        </p:nvCxnSpPr>
        <p:spPr>
          <a:xfrm>
            <a:off x="8155460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8B238F7-A3FD-24B7-A098-D24276E1EF28}"/>
              </a:ext>
            </a:extLst>
          </p:cNvPr>
          <p:cNvCxnSpPr/>
          <p:nvPr/>
        </p:nvCxnSpPr>
        <p:spPr>
          <a:xfrm>
            <a:off x="8155460" y="2452077"/>
            <a:ext cx="0" cy="3516923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557C172-2C0A-3BF7-8CA0-9F449EC3E7B1}"/>
              </a:ext>
            </a:extLst>
          </p:cNvPr>
          <p:cNvCxnSpPr/>
          <p:nvPr/>
        </p:nvCxnSpPr>
        <p:spPr>
          <a:xfrm>
            <a:off x="823354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8A7D97D-7B92-2676-059F-F2D2C81441C1}"/>
              </a:ext>
            </a:extLst>
          </p:cNvPr>
          <p:cNvCxnSpPr/>
          <p:nvPr/>
        </p:nvCxnSpPr>
        <p:spPr>
          <a:xfrm>
            <a:off x="8233547" y="2647461"/>
            <a:ext cx="0" cy="3321539"/>
          </a:xfrm>
          <a:prstGeom prst="line">
            <a:avLst/>
          </a:prstGeom>
          <a:ln w="4445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BC9E9C44-8F05-F180-6B7A-9991F8F1AE49}"/>
              </a:ext>
            </a:extLst>
          </p:cNvPr>
          <p:cNvSpPr/>
          <p:nvPr/>
        </p:nvSpPr>
        <p:spPr>
          <a:xfrm>
            <a:off x="8182747" y="60706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E309692-74D4-E057-BF7C-10DC5DCB361C}"/>
              </a:ext>
            </a:extLst>
          </p:cNvPr>
          <p:cNvCxnSpPr/>
          <p:nvPr/>
        </p:nvCxnSpPr>
        <p:spPr>
          <a:xfrm>
            <a:off x="831163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C7BBEAC-2409-ED03-652A-B28E8FCC939B}"/>
              </a:ext>
            </a:extLst>
          </p:cNvPr>
          <p:cNvCxnSpPr/>
          <p:nvPr/>
        </p:nvCxnSpPr>
        <p:spPr>
          <a:xfrm>
            <a:off x="8311635" y="2647461"/>
            <a:ext cx="0" cy="332153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C50B9F3-91B8-3018-FC10-DFBA1766DA65}"/>
              </a:ext>
            </a:extLst>
          </p:cNvPr>
          <p:cNvCxnSpPr/>
          <p:nvPr/>
        </p:nvCxnSpPr>
        <p:spPr>
          <a:xfrm>
            <a:off x="838972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6EB6128-B22B-7DEC-1D0E-F15F7FA42F65}"/>
              </a:ext>
            </a:extLst>
          </p:cNvPr>
          <p:cNvCxnSpPr/>
          <p:nvPr/>
        </p:nvCxnSpPr>
        <p:spPr>
          <a:xfrm>
            <a:off x="8389723" y="2647461"/>
            <a:ext cx="0" cy="332153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52927E4-9B34-356A-26DC-5C47AAE74F36}"/>
              </a:ext>
            </a:extLst>
          </p:cNvPr>
          <p:cNvCxnSpPr/>
          <p:nvPr/>
        </p:nvCxnSpPr>
        <p:spPr>
          <a:xfrm>
            <a:off x="846781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A0AB487-3F6E-49BA-E3B4-FAC6109DD6FA}"/>
              </a:ext>
            </a:extLst>
          </p:cNvPr>
          <p:cNvCxnSpPr/>
          <p:nvPr/>
        </p:nvCxnSpPr>
        <p:spPr>
          <a:xfrm>
            <a:off x="8467811" y="3233615"/>
            <a:ext cx="0" cy="2735385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8987D34-CC1F-50E9-32F6-7BD3EEEB6B95}"/>
              </a:ext>
            </a:extLst>
          </p:cNvPr>
          <p:cNvCxnSpPr/>
          <p:nvPr/>
        </p:nvCxnSpPr>
        <p:spPr>
          <a:xfrm>
            <a:off x="854589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5AFBC5E-780C-5435-883D-853D25519A40}"/>
              </a:ext>
            </a:extLst>
          </p:cNvPr>
          <p:cNvCxnSpPr/>
          <p:nvPr/>
        </p:nvCxnSpPr>
        <p:spPr>
          <a:xfrm>
            <a:off x="8545899" y="4210538"/>
            <a:ext cx="0" cy="1758462"/>
          </a:xfrm>
          <a:prstGeom prst="line">
            <a:avLst/>
          </a:prstGeom>
          <a:ln w="4445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36D8AC73-0AFC-2C24-2BA1-60BA4DB6E89C}"/>
              </a:ext>
            </a:extLst>
          </p:cNvPr>
          <p:cNvSpPr/>
          <p:nvPr/>
        </p:nvSpPr>
        <p:spPr>
          <a:xfrm>
            <a:off x="8495099" y="60706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3574158-8BCD-B070-4445-2985AFAA16E3}"/>
              </a:ext>
            </a:extLst>
          </p:cNvPr>
          <p:cNvCxnSpPr/>
          <p:nvPr/>
        </p:nvCxnSpPr>
        <p:spPr>
          <a:xfrm>
            <a:off x="862398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AB048B3-72F3-8CF0-0E10-F103CD9E044E}"/>
              </a:ext>
            </a:extLst>
          </p:cNvPr>
          <p:cNvCxnSpPr/>
          <p:nvPr/>
        </p:nvCxnSpPr>
        <p:spPr>
          <a:xfrm>
            <a:off x="8623987" y="4601308"/>
            <a:ext cx="0" cy="1367692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570D64D-12BE-7A5A-8398-73D7CBB26D56}"/>
              </a:ext>
            </a:extLst>
          </p:cNvPr>
          <p:cNvCxnSpPr/>
          <p:nvPr/>
        </p:nvCxnSpPr>
        <p:spPr>
          <a:xfrm>
            <a:off x="8702074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F8CA221-62D2-5127-A6D0-55526B93F3C7}"/>
              </a:ext>
            </a:extLst>
          </p:cNvPr>
          <p:cNvCxnSpPr/>
          <p:nvPr/>
        </p:nvCxnSpPr>
        <p:spPr>
          <a:xfrm>
            <a:off x="8702074" y="4601308"/>
            <a:ext cx="0" cy="1367692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1B6BAAB-8824-23E5-8506-595FF1589783}"/>
              </a:ext>
            </a:extLst>
          </p:cNvPr>
          <p:cNvCxnSpPr/>
          <p:nvPr/>
        </p:nvCxnSpPr>
        <p:spPr>
          <a:xfrm>
            <a:off x="878016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B00CF75-8368-83D5-0333-CD24530364F6}"/>
              </a:ext>
            </a:extLst>
          </p:cNvPr>
          <p:cNvCxnSpPr/>
          <p:nvPr/>
        </p:nvCxnSpPr>
        <p:spPr>
          <a:xfrm>
            <a:off x="8780163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DDE1BF4-8C0A-21A4-589A-667FE743CB71}"/>
              </a:ext>
            </a:extLst>
          </p:cNvPr>
          <p:cNvCxnSpPr/>
          <p:nvPr/>
        </p:nvCxnSpPr>
        <p:spPr>
          <a:xfrm>
            <a:off x="8858250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8C26874-B905-3BE0-67D9-BAF567DB32B5}"/>
              </a:ext>
            </a:extLst>
          </p:cNvPr>
          <p:cNvCxnSpPr/>
          <p:nvPr/>
        </p:nvCxnSpPr>
        <p:spPr>
          <a:xfrm>
            <a:off x="8858250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4FF6222-92A2-F57C-1F16-77F1CCD3091C}"/>
              </a:ext>
            </a:extLst>
          </p:cNvPr>
          <p:cNvCxnSpPr/>
          <p:nvPr/>
        </p:nvCxnSpPr>
        <p:spPr>
          <a:xfrm>
            <a:off x="893633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B84D13E-4FA4-847E-B864-ED0C872508E2}"/>
              </a:ext>
            </a:extLst>
          </p:cNvPr>
          <p:cNvCxnSpPr/>
          <p:nvPr/>
        </p:nvCxnSpPr>
        <p:spPr>
          <a:xfrm>
            <a:off x="8936337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A78E116-4D59-E67D-3664-44307F8191BE}"/>
              </a:ext>
            </a:extLst>
          </p:cNvPr>
          <p:cNvCxnSpPr/>
          <p:nvPr/>
        </p:nvCxnSpPr>
        <p:spPr>
          <a:xfrm>
            <a:off x="9014426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911F5E1-594E-CC10-A4D4-944A77307C41}"/>
              </a:ext>
            </a:extLst>
          </p:cNvPr>
          <p:cNvCxnSpPr/>
          <p:nvPr/>
        </p:nvCxnSpPr>
        <p:spPr>
          <a:xfrm>
            <a:off x="9014426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030B521-F900-9C7B-D222-0ACAD8067529}"/>
              </a:ext>
            </a:extLst>
          </p:cNvPr>
          <p:cNvCxnSpPr/>
          <p:nvPr/>
        </p:nvCxnSpPr>
        <p:spPr>
          <a:xfrm>
            <a:off x="909251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3247274-FDD8-5DC3-E984-145CBF49374A}"/>
              </a:ext>
            </a:extLst>
          </p:cNvPr>
          <p:cNvCxnSpPr/>
          <p:nvPr/>
        </p:nvCxnSpPr>
        <p:spPr>
          <a:xfrm>
            <a:off x="9092513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BE150EE-8FBE-A7E1-2A49-11B6039C54C0}"/>
              </a:ext>
            </a:extLst>
          </p:cNvPr>
          <p:cNvCxnSpPr/>
          <p:nvPr/>
        </p:nvCxnSpPr>
        <p:spPr>
          <a:xfrm>
            <a:off x="917060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78B06CD-9D3B-00C3-5A79-3B5CB0E51001}"/>
              </a:ext>
            </a:extLst>
          </p:cNvPr>
          <p:cNvCxnSpPr/>
          <p:nvPr/>
        </p:nvCxnSpPr>
        <p:spPr>
          <a:xfrm>
            <a:off x="9170601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1B7BBA5-1D6B-D797-D7A2-56558659D6F3}"/>
              </a:ext>
            </a:extLst>
          </p:cNvPr>
          <p:cNvCxnSpPr/>
          <p:nvPr/>
        </p:nvCxnSpPr>
        <p:spPr>
          <a:xfrm>
            <a:off x="924868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1395731-34E5-C154-1D43-ACB331C754BE}"/>
              </a:ext>
            </a:extLst>
          </p:cNvPr>
          <p:cNvCxnSpPr/>
          <p:nvPr/>
        </p:nvCxnSpPr>
        <p:spPr>
          <a:xfrm>
            <a:off x="9248689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20A9C2C-DA01-ED39-0EBA-1ADD8F74B573}"/>
              </a:ext>
            </a:extLst>
          </p:cNvPr>
          <p:cNvCxnSpPr/>
          <p:nvPr/>
        </p:nvCxnSpPr>
        <p:spPr>
          <a:xfrm>
            <a:off x="932677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29EB186-8567-E315-1AA9-BB4C3C49C167}"/>
              </a:ext>
            </a:extLst>
          </p:cNvPr>
          <p:cNvCxnSpPr/>
          <p:nvPr/>
        </p:nvCxnSpPr>
        <p:spPr>
          <a:xfrm>
            <a:off x="9326777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87DB997-E9C3-B39D-0EB8-E3574EA2F8FE}"/>
              </a:ext>
            </a:extLst>
          </p:cNvPr>
          <p:cNvCxnSpPr/>
          <p:nvPr/>
        </p:nvCxnSpPr>
        <p:spPr>
          <a:xfrm>
            <a:off x="940486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3083AD1-1418-DB38-DDCE-917AA581AD51}"/>
              </a:ext>
            </a:extLst>
          </p:cNvPr>
          <p:cNvCxnSpPr/>
          <p:nvPr/>
        </p:nvCxnSpPr>
        <p:spPr>
          <a:xfrm>
            <a:off x="9404865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68F6874-2F49-4AE7-4ACD-969B9183AB68}"/>
              </a:ext>
            </a:extLst>
          </p:cNvPr>
          <p:cNvCxnSpPr/>
          <p:nvPr/>
        </p:nvCxnSpPr>
        <p:spPr>
          <a:xfrm>
            <a:off x="948295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4784E0E-BE01-C7AA-E489-F69C1F2C987F}"/>
              </a:ext>
            </a:extLst>
          </p:cNvPr>
          <p:cNvCxnSpPr/>
          <p:nvPr/>
        </p:nvCxnSpPr>
        <p:spPr>
          <a:xfrm>
            <a:off x="9482953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4A62347-F310-430F-18AC-33D1B52A9E16}"/>
              </a:ext>
            </a:extLst>
          </p:cNvPr>
          <p:cNvCxnSpPr/>
          <p:nvPr/>
        </p:nvCxnSpPr>
        <p:spPr>
          <a:xfrm>
            <a:off x="9561040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4C83BF6-6167-1FDD-C587-E9720E533293}"/>
              </a:ext>
            </a:extLst>
          </p:cNvPr>
          <p:cNvCxnSpPr/>
          <p:nvPr/>
        </p:nvCxnSpPr>
        <p:spPr>
          <a:xfrm>
            <a:off x="9561040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93A7884-18DF-CB62-8280-331B63564814}"/>
              </a:ext>
            </a:extLst>
          </p:cNvPr>
          <p:cNvCxnSpPr/>
          <p:nvPr/>
        </p:nvCxnSpPr>
        <p:spPr>
          <a:xfrm>
            <a:off x="963912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3554590-0152-1126-63B0-FB92A7254767}"/>
              </a:ext>
            </a:extLst>
          </p:cNvPr>
          <p:cNvCxnSpPr/>
          <p:nvPr/>
        </p:nvCxnSpPr>
        <p:spPr>
          <a:xfrm>
            <a:off x="9639129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37D1109-4691-97A5-9BB9-57D7087100C6}"/>
              </a:ext>
            </a:extLst>
          </p:cNvPr>
          <p:cNvCxnSpPr/>
          <p:nvPr/>
        </p:nvCxnSpPr>
        <p:spPr>
          <a:xfrm>
            <a:off x="9717216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A0339DC-8121-2157-639A-97506A5E26F3}"/>
              </a:ext>
            </a:extLst>
          </p:cNvPr>
          <p:cNvCxnSpPr/>
          <p:nvPr/>
        </p:nvCxnSpPr>
        <p:spPr>
          <a:xfrm>
            <a:off x="9717216" y="5187462"/>
            <a:ext cx="0" cy="781538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970CF3C-EEE3-2477-FF27-0EC5BDD07EEC}"/>
              </a:ext>
            </a:extLst>
          </p:cNvPr>
          <p:cNvCxnSpPr/>
          <p:nvPr/>
        </p:nvCxnSpPr>
        <p:spPr>
          <a:xfrm>
            <a:off x="9795304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6BD4D15-248F-FBFF-474F-E479D349F593}"/>
              </a:ext>
            </a:extLst>
          </p:cNvPr>
          <p:cNvCxnSpPr/>
          <p:nvPr/>
        </p:nvCxnSpPr>
        <p:spPr>
          <a:xfrm>
            <a:off x="9795304" y="5382846"/>
            <a:ext cx="0" cy="586154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AAE11A8-69E8-406E-D982-E4AFE6A47181}"/>
              </a:ext>
            </a:extLst>
          </p:cNvPr>
          <p:cNvCxnSpPr/>
          <p:nvPr/>
        </p:nvCxnSpPr>
        <p:spPr>
          <a:xfrm>
            <a:off x="9873392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CDEA5ED-72B3-3F22-8C92-C786B214AC64}"/>
              </a:ext>
            </a:extLst>
          </p:cNvPr>
          <p:cNvCxnSpPr/>
          <p:nvPr/>
        </p:nvCxnSpPr>
        <p:spPr>
          <a:xfrm>
            <a:off x="9873392" y="5773615"/>
            <a:ext cx="0" cy="195385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243AF84-E500-F2A7-EA0F-C79B7E6F218B}"/>
              </a:ext>
            </a:extLst>
          </p:cNvPr>
          <p:cNvCxnSpPr/>
          <p:nvPr/>
        </p:nvCxnSpPr>
        <p:spPr>
          <a:xfrm>
            <a:off x="995147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7BE3F2C-906F-6AEC-B034-D1D1C3630179}"/>
              </a:ext>
            </a:extLst>
          </p:cNvPr>
          <p:cNvCxnSpPr/>
          <p:nvPr/>
        </p:nvCxnSpPr>
        <p:spPr>
          <a:xfrm>
            <a:off x="9951479" y="5773615"/>
            <a:ext cx="0" cy="195385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C528725-B15F-A41B-998A-4F7CADDEE8D2}"/>
              </a:ext>
            </a:extLst>
          </p:cNvPr>
          <p:cNvCxnSpPr/>
          <p:nvPr/>
        </p:nvCxnSpPr>
        <p:spPr>
          <a:xfrm>
            <a:off x="10029568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D58A404-A760-5023-EF5E-AE6EFA490F0A}"/>
              </a:ext>
            </a:extLst>
          </p:cNvPr>
          <p:cNvCxnSpPr/>
          <p:nvPr/>
        </p:nvCxnSpPr>
        <p:spPr>
          <a:xfrm>
            <a:off x="10029568" y="5773615"/>
            <a:ext cx="0" cy="195385"/>
          </a:xfrm>
          <a:prstGeom prst="line">
            <a:avLst/>
          </a:prstGeom>
          <a:ln w="20320">
            <a:solidFill>
              <a:srgbClr val="F4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D827950-A3EC-A11C-CE6A-A7DA7C0B77C4}"/>
              </a:ext>
            </a:extLst>
          </p:cNvPr>
          <p:cNvCxnSpPr/>
          <p:nvPr/>
        </p:nvCxnSpPr>
        <p:spPr>
          <a:xfrm>
            <a:off x="1010765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09AD57F-2709-2F10-97DD-A7F480F80CAC}"/>
              </a:ext>
            </a:extLst>
          </p:cNvPr>
          <p:cNvCxnSpPr/>
          <p:nvPr/>
        </p:nvCxnSpPr>
        <p:spPr>
          <a:xfrm>
            <a:off x="10107655" y="1279769"/>
            <a:ext cx="0" cy="4689231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3A54EEC-A874-F425-9FE7-4601ABF2B697}"/>
              </a:ext>
            </a:extLst>
          </p:cNvPr>
          <p:cNvCxnSpPr/>
          <p:nvPr/>
        </p:nvCxnSpPr>
        <p:spPr>
          <a:xfrm>
            <a:off x="1018574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7D3B79E-B2C5-8294-0D65-60E3CE0DD1F4}"/>
              </a:ext>
            </a:extLst>
          </p:cNvPr>
          <p:cNvCxnSpPr/>
          <p:nvPr/>
        </p:nvCxnSpPr>
        <p:spPr>
          <a:xfrm>
            <a:off x="10185743" y="1865923"/>
            <a:ext cx="0" cy="4103077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9A38923-DCBC-7425-1ABC-3C9502BD4BA2}"/>
              </a:ext>
            </a:extLst>
          </p:cNvPr>
          <p:cNvCxnSpPr/>
          <p:nvPr/>
        </p:nvCxnSpPr>
        <p:spPr>
          <a:xfrm>
            <a:off x="1026383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92D9927-7897-2C49-CF7A-9E408C4A52AE}"/>
              </a:ext>
            </a:extLst>
          </p:cNvPr>
          <p:cNvCxnSpPr/>
          <p:nvPr/>
        </p:nvCxnSpPr>
        <p:spPr>
          <a:xfrm>
            <a:off x="10263831" y="2256692"/>
            <a:ext cx="0" cy="3712308"/>
          </a:xfrm>
          <a:prstGeom prst="line">
            <a:avLst/>
          </a:prstGeom>
          <a:ln w="4445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A1E2261F-C38E-4F1F-5840-447A0A17BFB2}"/>
              </a:ext>
            </a:extLst>
          </p:cNvPr>
          <p:cNvSpPr/>
          <p:nvPr/>
        </p:nvSpPr>
        <p:spPr>
          <a:xfrm>
            <a:off x="10213031" y="60706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454E643-5108-9B9B-6246-FB875CB4C0AB}"/>
              </a:ext>
            </a:extLst>
          </p:cNvPr>
          <p:cNvCxnSpPr/>
          <p:nvPr/>
        </p:nvCxnSpPr>
        <p:spPr>
          <a:xfrm>
            <a:off x="1034191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7F158DA-57F5-120F-BF14-4D3EF7613B97}"/>
              </a:ext>
            </a:extLst>
          </p:cNvPr>
          <p:cNvCxnSpPr/>
          <p:nvPr/>
        </p:nvCxnSpPr>
        <p:spPr>
          <a:xfrm>
            <a:off x="10341919" y="2256692"/>
            <a:ext cx="0" cy="371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6A164C9-ED76-D9D5-7FC7-FD9D741CFCDC}"/>
              </a:ext>
            </a:extLst>
          </p:cNvPr>
          <p:cNvCxnSpPr/>
          <p:nvPr/>
        </p:nvCxnSpPr>
        <p:spPr>
          <a:xfrm>
            <a:off x="1042000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C420C24-8855-598B-A8BE-A2BECBEE5A01}"/>
              </a:ext>
            </a:extLst>
          </p:cNvPr>
          <p:cNvCxnSpPr/>
          <p:nvPr/>
        </p:nvCxnSpPr>
        <p:spPr>
          <a:xfrm>
            <a:off x="10420007" y="2647461"/>
            <a:ext cx="0" cy="332153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F0177FC-1DCB-1AD1-F990-B120F4E55B57}"/>
              </a:ext>
            </a:extLst>
          </p:cNvPr>
          <p:cNvCxnSpPr/>
          <p:nvPr/>
        </p:nvCxnSpPr>
        <p:spPr>
          <a:xfrm>
            <a:off x="1049809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4024AC2-C0E9-FD5F-ACDF-F9458F2291EF}"/>
              </a:ext>
            </a:extLst>
          </p:cNvPr>
          <p:cNvCxnSpPr/>
          <p:nvPr/>
        </p:nvCxnSpPr>
        <p:spPr>
          <a:xfrm>
            <a:off x="10498095" y="2842846"/>
            <a:ext cx="0" cy="3126154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1A62DB5-BFD9-69A4-846B-FE161BE65D77}"/>
              </a:ext>
            </a:extLst>
          </p:cNvPr>
          <p:cNvCxnSpPr/>
          <p:nvPr/>
        </p:nvCxnSpPr>
        <p:spPr>
          <a:xfrm>
            <a:off x="10576182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25F25CC-0E7D-FE6A-1A06-3C79107ABF6B}"/>
              </a:ext>
            </a:extLst>
          </p:cNvPr>
          <p:cNvCxnSpPr/>
          <p:nvPr/>
        </p:nvCxnSpPr>
        <p:spPr>
          <a:xfrm>
            <a:off x="10576182" y="3038231"/>
            <a:ext cx="0" cy="293076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8F87D9F-AF27-4C79-1AF1-1D8B1DB77EE0}"/>
              </a:ext>
            </a:extLst>
          </p:cNvPr>
          <p:cNvCxnSpPr/>
          <p:nvPr/>
        </p:nvCxnSpPr>
        <p:spPr>
          <a:xfrm>
            <a:off x="1065427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854D402-DC98-2981-4852-6EF1DE52E73E}"/>
              </a:ext>
            </a:extLst>
          </p:cNvPr>
          <p:cNvCxnSpPr/>
          <p:nvPr/>
        </p:nvCxnSpPr>
        <p:spPr>
          <a:xfrm>
            <a:off x="10654271" y="3429000"/>
            <a:ext cx="0" cy="2540000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1C91626-D015-06B1-696F-3BED79B3D628}"/>
              </a:ext>
            </a:extLst>
          </p:cNvPr>
          <p:cNvCxnSpPr/>
          <p:nvPr/>
        </p:nvCxnSpPr>
        <p:spPr>
          <a:xfrm>
            <a:off x="10732358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92F44AD-3C6D-3E99-7355-7F03AE29CD1C}"/>
              </a:ext>
            </a:extLst>
          </p:cNvPr>
          <p:cNvCxnSpPr/>
          <p:nvPr/>
        </p:nvCxnSpPr>
        <p:spPr>
          <a:xfrm>
            <a:off x="10732358" y="3429000"/>
            <a:ext cx="0" cy="2540000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FFD7004E-84FB-699D-2268-7343C388DA92}"/>
              </a:ext>
            </a:extLst>
          </p:cNvPr>
          <p:cNvCxnSpPr/>
          <p:nvPr/>
        </p:nvCxnSpPr>
        <p:spPr>
          <a:xfrm>
            <a:off x="10810446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ABEE83A-336D-FD02-46E7-F674DE20429B}"/>
              </a:ext>
            </a:extLst>
          </p:cNvPr>
          <p:cNvCxnSpPr/>
          <p:nvPr/>
        </p:nvCxnSpPr>
        <p:spPr>
          <a:xfrm>
            <a:off x="10810446" y="3819769"/>
            <a:ext cx="0" cy="2149231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3BA1200-3556-EDF7-2858-2BAE6BB02739}"/>
              </a:ext>
            </a:extLst>
          </p:cNvPr>
          <p:cNvCxnSpPr/>
          <p:nvPr/>
        </p:nvCxnSpPr>
        <p:spPr>
          <a:xfrm>
            <a:off x="10888534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A13EE5F9-3279-DFDE-16F8-AE0CC676F779}"/>
              </a:ext>
            </a:extLst>
          </p:cNvPr>
          <p:cNvCxnSpPr/>
          <p:nvPr/>
        </p:nvCxnSpPr>
        <p:spPr>
          <a:xfrm>
            <a:off x="10888534" y="4210538"/>
            <a:ext cx="0" cy="1758462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313BE38-2AD4-0B88-3F75-F62FFBFA3309}"/>
              </a:ext>
            </a:extLst>
          </p:cNvPr>
          <p:cNvCxnSpPr/>
          <p:nvPr/>
        </p:nvCxnSpPr>
        <p:spPr>
          <a:xfrm>
            <a:off x="1096662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D5E1063-E19F-96F9-07E2-1D1080BA9619}"/>
              </a:ext>
            </a:extLst>
          </p:cNvPr>
          <p:cNvCxnSpPr/>
          <p:nvPr/>
        </p:nvCxnSpPr>
        <p:spPr>
          <a:xfrm>
            <a:off x="10966621" y="4210538"/>
            <a:ext cx="0" cy="1758462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7F1DA6FF-1965-3AC1-CBED-FF3999C2DEEF}"/>
              </a:ext>
            </a:extLst>
          </p:cNvPr>
          <p:cNvCxnSpPr/>
          <p:nvPr/>
        </p:nvCxnSpPr>
        <p:spPr>
          <a:xfrm>
            <a:off x="11044710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5010749-0596-357B-C2B0-5533F7691CD9}"/>
              </a:ext>
            </a:extLst>
          </p:cNvPr>
          <p:cNvCxnSpPr/>
          <p:nvPr/>
        </p:nvCxnSpPr>
        <p:spPr>
          <a:xfrm>
            <a:off x="11044710" y="4210538"/>
            <a:ext cx="0" cy="1758462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3736F5D-4A65-2FB8-53EE-486033993D20}"/>
              </a:ext>
            </a:extLst>
          </p:cNvPr>
          <p:cNvCxnSpPr/>
          <p:nvPr/>
        </p:nvCxnSpPr>
        <p:spPr>
          <a:xfrm>
            <a:off x="1112279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3DAAE3E-39ED-62F8-F0D3-199790F7CB85}"/>
              </a:ext>
            </a:extLst>
          </p:cNvPr>
          <p:cNvCxnSpPr/>
          <p:nvPr/>
        </p:nvCxnSpPr>
        <p:spPr>
          <a:xfrm>
            <a:off x="11122797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7401597-6224-74EA-5A0C-976890E0A39E}"/>
              </a:ext>
            </a:extLst>
          </p:cNvPr>
          <p:cNvCxnSpPr/>
          <p:nvPr/>
        </p:nvCxnSpPr>
        <p:spPr>
          <a:xfrm>
            <a:off x="11200885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E82964BD-5C87-FB04-2F8B-45EF0172196A}"/>
              </a:ext>
            </a:extLst>
          </p:cNvPr>
          <p:cNvCxnSpPr/>
          <p:nvPr/>
        </p:nvCxnSpPr>
        <p:spPr>
          <a:xfrm>
            <a:off x="11200885" y="4796692"/>
            <a:ext cx="0" cy="117230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3CDB04D-2BB5-FFDC-7D22-FF2C31794E29}"/>
              </a:ext>
            </a:extLst>
          </p:cNvPr>
          <p:cNvCxnSpPr/>
          <p:nvPr/>
        </p:nvCxnSpPr>
        <p:spPr>
          <a:xfrm>
            <a:off x="1127897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403B1019-DE28-946F-9BEC-468272E4CD78}"/>
              </a:ext>
            </a:extLst>
          </p:cNvPr>
          <p:cNvCxnSpPr/>
          <p:nvPr/>
        </p:nvCxnSpPr>
        <p:spPr>
          <a:xfrm>
            <a:off x="11278973" y="5187462"/>
            <a:ext cx="0" cy="781538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162D7CE5-2011-A93B-80E6-0031430D9DAD}"/>
              </a:ext>
            </a:extLst>
          </p:cNvPr>
          <p:cNvCxnSpPr/>
          <p:nvPr/>
        </p:nvCxnSpPr>
        <p:spPr>
          <a:xfrm>
            <a:off x="11357061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9EDE135-2A71-1FF7-D43A-4A68B7FEFA4F}"/>
              </a:ext>
            </a:extLst>
          </p:cNvPr>
          <p:cNvCxnSpPr/>
          <p:nvPr/>
        </p:nvCxnSpPr>
        <p:spPr>
          <a:xfrm>
            <a:off x="11357061" y="5382846"/>
            <a:ext cx="0" cy="586154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D7FCBA8-BC18-0C3D-98AD-843C2A681588}"/>
              </a:ext>
            </a:extLst>
          </p:cNvPr>
          <p:cNvCxnSpPr/>
          <p:nvPr/>
        </p:nvCxnSpPr>
        <p:spPr>
          <a:xfrm>
            <a:off x="11435149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F05DCA4-07AA-C5B3-1236-F775A07E9251}"/>
              </a:ext>
            </a:extLst>
          </p:cNvPr>
          <p:cNvCxnSpPr/>
          <p:nvPr/>
        </p:nvCxnSpPr>
        <p:spPr>
          <a:xfrm>
            <a:off x="11435149" y="5382846"/>
            <a:ext cx="0" cy="586154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DD39C71-5F98-93A6-E129-8B1D0F233FA4}"/>
              </a:ext>
            </a:extLst>
          </p:cNvPr>
          <p:cNvCxnSpPr/>
          <p:nvPr/>
        </p:nvCxnSpPr>
        <p:spPr>
          <a:xfrm>
            <a:off x="11513237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1CBD5CB-C606-7B2E-41C6-97C1ECF690C2}"/>
              </a:ext>
            </a:extLst>
          </p:cNvPr>
          <p:cNvCxnSpPr/>
          <p:nvPr/>
        </p:nvCxnSpPr>
        <p:spPr>
          <a:xfrm>
            <a:off x="11513237" y="5382846"/>
            <a:ext cx="0" cy="586154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5986A33-F516-9514-8300-152899BE79AE}"/>
              </a:ext>
            </a:extLst>
          </p:cNvPr>
          <p:cNvCxnSpPr/>
          <p:nvPr/>
        </p:nvCxnSpPr>
        <p:spPr>
          <a:xfrm>
            <a:off x="11591324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02BBA97-83F5-FF68-41A3-CD7A0FC1CEC3}"/>
              </a:ext>
            </a:extLst>
          </p:cNvPr>
          <p:cNvCxnSpPr/>
          <p:nvPr/>
        </p:nvCxnSpPr>
        <p:spPr>
          <a:xfrm>
            <a:off x="11591324" y="5578231"/>
            <a:ext cx="0" cy="39076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2831977-30A1-4494-DEF6-065538B54C74}"/>
              </a:ext>
            </a:extLst>
          </p:cNvPr>
          <p:cNvCxnSpPr/>
          <p:nvPr/>
        </p:nvCxnSpPr>
        <p:spPr>
          <a:xfrm>
            <a:off x="11669413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4A5A183-7D7C-14A9-62EF-528B020498CC}"/>
              </a:ext>
            </a:extLst>
          </p:cNvPr>
          <p:cNvCxnSpPr/>
          <p:nvPr/>
        </p:nvCxnSpPr>
        <p:spPr>
          <a:xfrm>
            <a:off x="11669413" y="5578231"/>
            <a:ext cx="0" cy="390769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862217A3-1D6A-B098-4311-A180DDC3243F}"/>
              </a:ext>
            </a:extLst>
          </p:cNvPr>
          <p:cNvCxnSpPr/>
          <p:nvPr/>
        </p:nvCxnSpPr>
        <p:spPr>
          <a:xfrm>
            <a:off x="11747500" y="889000"/>
            <a:ext cx="0" cy="5080000"/>
          </a:xfrm>
          <a:prstGeom prst="line">
            <a:avLst/>
          </a:prstGeom>
          <a:ln w="762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6821A0B1-55B2-6411-B5C5-21303CB39D0C}"/>
              </a:ext>
            </a:extLst>
          </p:cNvPr>
          <p:cNvCxnSpPr/>
          <p:nvPr/>
        </p:nvCxnSpPr>
        <p:spPr>
          <a:xfrm>
            <a:off x="11747500" y="5773615"/>
            <a:ext cx="0" cy="195385"/>
          </a:xfrm>
          <a:prstGeom prst="line">
            <a:avLst/>
          </a:prstGeom>
          <a:ln w="2032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027FE174-90BD-AADE-8690-346B8579CE84}"/>
              </a:ext>
            </a:extLst>
          </p:cNvPr>
          <p:cNvSpPr txBox="1"/>
          <p:nvPr/>
        </p:nvSpPr>
        <p:spPr>
          <a:xfrm>
            <a:off x="5461000" y="812800"/>
            <a:ext cx="40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2000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6A123BA-154F-38B2-B339-D284D1342A88}"/>
              </a:ext>
            </a:extLst>
          </p:cNvPr>
          <p:cNvSpPr txBox="1"/>
          <p:nvPr/>
        </p:nvSpPr>
        <p:spPr>
          <a:xfrm>
            <a:off x="5461000" y="2766646"/>
            <a:ext cx="40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2010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CF6F2B6-6CDB-2D35-A52E-F399C70140CC}"/>
              </a:ext>
            </a:extLst>
          </p:cNvPr>
          <p:cNvSpPr txBox="1"/>
          <p:nvPr/>
        </p:nvSpPr>
        <p:spPr>
          <a:xfrm>
            <a:off x="5461000" y="4720492"/>
            <a:ext cx="40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2020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DF65754-A8EB-390A-BA2B-C991385F8606}"/>
              </a:ext>
            </a:extLst>
          </p:cNvPr>
          <p:cNvSpPr txBox="1"/>
          <p:nvPr/>
        </p:nvSpPr>
        <p:spPr>
          <a:xfrm>
            <a:off x="5461000" y="5892800"/>
            <a:ext cx="40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2026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AEC83D8D-B994-1902-BBA1-5CEB84ED184C}"/>
              </a:ext>
            </a:extLst>
          </p:cNvPr>
          <p:cNvSpPr/>
          <p:nvPr/>
        </p:nvSpPr>
        <p:spPr>
          <a:xfrm>
            <a:off x="5867400" y="6121400"/>
            <a:ext cx="457200" cy="4572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D41C6FB-D710-0F27-7FB1-DF66262C9C41}"/>
              </a:ext>
            </a:extLst>
          </p:cNvPr>
          <p:cNvSpPr txBox="1"/>
          <p:nvPr/>
        </p:nvSpPr>
        <p:spPr>
          <a:xfrm>
            <a:off x="457200" y="4191000"/>
            <a:ext cx="5080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Ink Free" panose="03080402000500000000" pitchFamily="66" charset="0"/>
              </a:rPr>
              <a:t>Each vertical line is one of South Africa's 75 dated “temporary” relocation sites. It runs from the year the site opened to 2026. Pink = opened for flood survivors. Red = flooded again after people moved in (7 sites; 30 of 84 searched).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5EA0AA5-6513-7039-0E79-7AA5C4087938}"/>
              </a:ext>
            </a:extLst>
          </p:cNvPr>
          <p:cNvSpPr txBox="1"/>
          <p:nvPr/>
        </p:nvSpPr>
        <p:spPr>
          <a:xfrm>
            <a:off x="457200" y="5969000"/>
            <a:ext cx="508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8C8C8C"/>
                </a:solidFill>
                <a:latin typeface="Consolas" panose="020B0609020204030204" pitchFamily="49" charset="0"/>
              </a:rPr>
              <a:t>Source: SA TRAs 2022-2026 site list; reflooding sweep (data/tra_sites_exposure.csv)</a:t>
            </a:r>
          </a:p>
        </p:txBody>
      </p:sp>
    </p:spTree>
    <p:extLst>
      <p:ext uri="{BB962C8B-B14F-4D97-AF65-F5344CB8AC3E}">
        <p14:creationId xmlns:p14="http://schemas.microsoft.com/office/powerpoint/2010/main" val="403031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8934D-8C1C-34F4-F39B-F3B15B10EE23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PROJECT INTERACTION ACROSS STATES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B3372-D637-5072-E0FF-7748A328C863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Seven states, one scroll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408F3-F75F-F4AE-268C-D8E2F382DAEE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75E0B-52C9-54FB-7C1D-5A39583DFC8A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E5F4EF-760F-D07A-8A69-FEAC45072946}"/>
              </a:ext>
            </a:extLst>
          </p:cNvPr>
          <p:cNvSpPr/>
          <p:nvPr/>
        </p:nvSpPr>
        <p:spPr>
          <a:xfrm>
            <a:off x="457200" y="1397000"/>
            <a:ext cx="1422400" cy="114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E9DDCE8-E49B-2AA6-0A87-6BBC099CFCC3}"/>
              </a:ext>
            </a:extLst>
          </p:cNvPr>
          <p:cNvSpPr/>
          <p:nvPr/>
        </p:nvSpPr>
        <p:spPr>
          <a:xfrm>
            <a:off x="449856" y="1388555"/>
            <a:ext cx="1437788" cy="1155333"/>
          </a:xfrm>
          <a:custGeom>
            <a:avLst/>
            <a:gdLst/>
            <a:ahLst/>
            <a:cxnLst/>
            <a:rect l="0" t="0" r="0" b="0"/>
            <a:pathLst>
              <a:path w="1437788" h="1155333">
                <a:moveTo>
                  <a:pt x="13863" y="0"/>
                </a:moveTo>
                <a:lnTo>
                  <a:pt x="485869" y="9608"/>
                </a:lnTo>
                <a:lnTo>
                  <a:pt x="949831" y="8055"/>
                </a:lnTo>
                <a:lnTo>
                  <a:pt x="1427717" y="63"/>
                </a:lnTo>
                <a:lnTo>
                  <a:pt x="1437787" y="571497"/>
                </a:lnTo>
                <a:lnTo>
                  <a:pt x="1429394" y="1155332"/>
                </a:lnTo>
                <a:lnTo>
                  <a:pt x="960436" y="1147839"/>
                </a:lnTo>
                <a:lnTo>
                  <a:pt x="474579" y="1145472"/>
                </a:lnTo>
                <a:lnTo>
                  <a:pt x="0" y="1143734"/>
                </a:lnTo>
                <a:lnTo>
                  <a:pt x="13191" y="573749"/>
                </a:lnTo>
                <a:lnTo>
                  <a:pt x="8089" y="16127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E06BC0-E934-3674-EB48-004545A22385}"/>
              </a:ext>
            </a:extLst>
          </p:cNvPr>
          <p:cNvSpPr/>
          <p:nvPr/>
        </p:nvSpPr>
        <p:spPr>
          <a:xfrm>
            <a:off x="591420" y="1705310"/>
            <a:ext cx="873848" cy="141494"/>
          </a:xfrm>
          <a:custGeom>
            <a:avLst/>
            <a:gdLst/>
            <a:ahLst/>
            <a:cxnLst/>
            <a:rect l="0" t="0" r="0" b="0"/>
            <a:pathLst>
              <a:path w="873848" h="141494">
                <a:moveTo>
                  <a:pt x="0" y="75752"/>
                </a:moveTo>
                <a:lnTo>
                  <a:pt x="59700" y="121006"/>
                </a:lnTo>
                <a:lnTo>
                  <a:pt x="142809" y="132778"/>
                </a:lnTo>
                <a:lnTo>
                  <a:pt x="219196" y="63947"/>
                </a:lnTo>
                <a:lnTo>
                  <a:pt x="295413" y="5529"/>
                </a:lnTo>
                <a:lnTo>
                  <a:pt x="357926" y="35006"/>
                </a:lnTo>
                <a:lnTo>
                  <a:pt x="441226" y="100361"/>
                </a:lnTo>
                <a:lnTo>
                  <a:pt x="513202" y="141493"/>
                </a:lnTo>
                <a:lnTo>
                  <a:pt x="589187" y="103791"/>
                </a:lnTo>
                <a:lnTo>
                  <a:pt x="662698" y="40548"/>
                </a:lnTo>
                <a:lnTo>
                  <a:pt x="737877" y="0"/>
                </a:lnTo>
                <a:lnTo>
                  <a:pt x="807195" y="36993"/>
                </a:lnTo>
                <a:lnTo>
                  <a:pt x="873847" y="103654"/>
                </a:lnTo>
              </a:path>
            </a:pathLst>
          </a:custGeom>
          <a:ln w="190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52AFA0-29DE-C70C-B0B7-8BA05F5A5064}"/>
              </a:ext>
            </a:extLst>
          </p:cNvPr>
          <p:cNvSpPr/>
          <p:nvPr/>
        </p:nvSpPr>
        <p:spPr>
          <a:xfrm>
            <a:off x="679450" y="20002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DF26AE-2BF9-CA66-784B-683074CA2C50}"/>
              </a:ext>
            </a:extLst>
          </p:cNvPr>
          <p:cNvSpPr/>
          <p:nvPr/>
        </p:nvSpPr>
        <p:spPr>
          <a:xfrm>
            <a:off x="869950" y="21526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9AC94E-EC01-4DC6-66FE-5F33D336E47C}"/>
              </a:ext>
            </a:extLst>
          </p:cNvPr>
          <p:cNvSpPr/>
          <p:nvPr/>
        </p:nvSpPr>
        <p:spPr>
          <a:xfrm>
            <a:off x="1060450" y="20002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A85CA3-5935-6CDE-48EE-514A7DD933F7}"/>
              </a:ext>
            </a:extLst>
          </p:cNvPr>
          <p:cNvSpPr/>
          <p:nvPr/>
        </p:nvSpPr>
        <p:spPr>
          <a:xfrm>
            <a:off x="1250950" y="21526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D2B0F7-6C2C-BCB0-5C66-489D67D46562}"/>
              </a:ext>
            </a:extLst>
          </p:cNvPr>
          <p:cNvSpPr/>
          <p:nvPr/>
        </p:nvSpPr>
        <p:spPr>
          <a:xfrm>
            <a:off x="1441450" y="20002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4BC31-8659-90E4-678E-882AB47A0985}"/>
              </a:ext>
            </a:extLst>
          </p:cNvPr>
          <p:cNvSpPr txBox="1"/>
          <p:nvPr/>
        </p:nvSpPr>
        <p:spPr>
          <a:xfrm>
            <a:off x="457200" y="2641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4F78E9-194D-FA4D-FED4-6C33679DBAA3}"/>
              </a:ext>
            </a:extLst>
          </p:cNvPr>
          <p:cNvSpPr txBox="1"/>
          <p:nvPr/>
        </p:nvSpPr>
        <p:spPr>
          <a:xfrm>
            <a:off x="457200" y="281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The response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20EAEE-E2EA-4B09-3330-13E793BD7120}"/>
              </a:ext>
            </a:extLst>
          </p:cNvPr>
          <p:cNvSpPr/>
          <p:nvPr/>
        </p:nvSpPr>
        <p:spPr>
          <a:xfrm>
            <a:off x="1907034" y="1967108"/>
            <a:ext cx="147347" cy="3397"/>
          </a:xfrm>
          <a:custGeom>
            <a:avLst/>
            <a:gdLst/>
            <a:ahLst/>
            <a:cxnLst/>
            <a:rect l="0" t="0" r="0" b="0"/>
            <a:pathLst>
              <a:path w="147347" h="3397">
                <a:moveTo>
                  <a:pt x="0" y="0"/>
                </a:moveTo>
                <a:lnTo>
                  <a:pt x="147346" y="3396"/>
                </a:lnTo>
              </a:path>
            </a:pathLst>
          </a:custGeom>
          <a:ln w="1524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A6AAD0-AF7E-29FF-BD16-C88CA65959CC}"/>
              </a:ext>
            </a:extLst>
          </p:cNvPr>
          <p:cNvSpPr/>
          <p:nvPr/>
        </p:nvSpPr>
        <p:spPr>
          <a:xfrm>
            <a:off x="2082800" y="1397000"/>
            <a:ext cx="1422400" cy="114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DF94BD0-40A3-6F08-F185-253D86FBFF5A}"/>
              </a:ext>
            </a:extLst>
          </p:cNvPr>
          <p:cNvSpPr/>
          <p:nvPr/>
        </p:nvSpPr>
        <p:spPr>
          <a:xfrm>
            <a:off x="2080489" y="1389644"/>
            <a:ext cx="1431474" cy="1157429"/>
          </a:xfrm>
          <a:custGeom>
            <a:avLst/>
            <a:gdLst/>
            <a:ahLst/>
            <a:cxnLst/>
            <a:rect l="0" t="0" r="0" b="0"/>
            <a:pathLst>
              <a:path w="1431474" h="1157429">
                <a:moveTo>
                  <a:pt x="3612" y="10083"/>
                </a:moveTo>
                <a:lnTo>
                  <a:pt x="481662" y="15083"/>
                </a:lnTo>
                <a:lnTo>
                  <a:pt x="944284" y="0"/>
                </a:lnTo>
                <a:lnTo>
                  <a:pt x="1423670" y="410"/>
                </a:lnTo>
                <a:lnTo>
                  <a:pt x="1431473" y="577553"/>
                </a:lnTo>
                <a:lnTo>
                  <a:pt x="1421330" y="1148320"/>
                </a:lnTo>
                <a:lnTo>
                  <a:pt x="945140" y="1147401"/>
                </a:lnTo>
                <a:lnTo>
                  <a:pt x="476361" y="1157428"/>
                </a:lnTo>
                <a:lnTo>
                  <a:pt x="3912" y="1144986"/>
                </a:lnTo>
                <a:lnTo>
                  <a:pt x="3512" y="574751"/>
                </a:lnTo>
                <a:lnTo>
                  <a:pt x="0" y="9951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3581167-A7E0-DDD7-0990-410482C8A33F}"/>
              </a:ext>
            </a:extLst>
          </p:cNvPr>
          <p:cNvSpPr/>
          <p:nvPr/>
        </p:nvSpPr>
        <p:spPr>
          <a:xfrm>
            <a:off x="2209518" y="1709539"/>
            <a:ext cx="895443" cy="136402"/>
          </a:xfrm>
          <a:custGeom>
            <a:avLst/>
            <a:gdLst/>
            <a:ahLst/>
            <a:cxnLst/>
            <a:rect l="0" t="0" r="0" b="0"/>
            <a:pathLst>
              <a:path w="895443" h="136402">
                <a:moveTo>
                  <a:pt x="0" y="62823"/>
                </a:moveTo>
                <a:lnTo>
                  <a:pt x="68808" y="131938"/>
                </a:lnTo>
                <a:lnTo>
                  <a:pt x="142487" y="129307"/>
                </a:lnTo>
                <a:lnTo>
                  <a:pt x="231714" y="57414"/>
                </a:lnTo>
                <a:lnTo>
                  <a:pt x="289738" y="6852"/>
                </a:lnTo>
                <a:lnTo>
                  <a:pt x="371509" y="14421"/>
                </a:lnTo>
                <a:lnTo>
                  <a:pt x="446179" y="89576"/>
                </a:lnTo>
                <a:lnTo>
                  <a:pt x="510868" y="136401"/>
                </a:lnTo>
                <a:lnTo>
                  <a:pt x="598055" y="105799"/>
                </a:lnTo>
                <a:lnTo>
                  <a:pt x="664677" y="41064"/>
                </a:lnTo>
                <a:lnTo>
                  <a:pt x="737355" y="0"/>
                </a:lnTo>
                <a:lnTo>
                  <a:pt x="806207" y="36828"/>
                </a:lnTo>
                <a:lnTo>
                  <a:pt x="895442" y="99197"/>
                </a:lnTo>
              </a:path>
            </a:pathLst>
          </a:custGeom>
          <a:ln w="190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684779-7F33-F7A2-A097-A58B12D9DA73}"/>
              </a:ext>
            </a:extLst>
          </p:cNvPr>
          <p:cNvSpPr/>
          <p:nvPr/>
        </p:nvSpPr>
        <p:spPr>
          <a:xfrm>
            <a:off x="2400300" y="1752600"/>
            <a:ext cx="571501" cy="406401"/>
          </a:xfrm>
          <a:custGeom>
            <a:avLst/>
            <a:gdLst/>
            <a:ahLst/>
            <a:cxnLst/>
            <a:rect l="0" t="0" r="0" b="0"/>
            <a:pathLst>
              <a:path w="571501" h="406401">
                <a:moveTo>
                  <a:pt x="0" y="88900"/>
                </a:moveTo>
                <a:lnTo>
                  <a:pt x="444500" y="0"/>
                </a:lnTo>
                <a:lnTo>
                  <a:pt x="571500" y="304800"/>
                </a:lnTo>
                <a:lnTo>
                  <a:pt x="63500" y="406400"/>
                </a:lnTo>
                <a:close/>
              </a:path>
            </a:pathLst>
          </a:custGeom>
          <a:solidFill>
            <a:srgbClr val="F4B6B6">
              <a:alpha val="75000"/>
            </a:srgbClr>
          </a:solidFill>
          <a:ln w="15240">
            <a:solidFill>
              <a:srgbClr val="D031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11A3011-6242-D000-6129-8951E7A2A6E2}"/>
              </a:ext>
            </a:extLst>
          </p:cNvPr>
          <p:cNvSpPr/>
          <p:nvPr/>
        </p:nvSpPr>
        <p:spPr>
          <a:xfrm>
            <a:off x="2406650" y="19494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C3D0C1-C9F6-FCCA-C981-52213175253B}"/>
              </a:ext>
            </a:extLst>
          </p:cNvPr>
          <p:cNvSpPr/>
          <p:nvPr/>
        </p:nvSpPr>
        <p:spPr>
          <a:xfrm>
            <a:off x="2584450" y="20510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AE5E77-B84E-EE12-5D71-25A2BF330CE6}"/>
              </a:ext>
            </a:extLst>
          </p:cNvPr>
          <p:cNvSpPr/>
          <p:nvPr/>
        </p:nvSpPr>
        <p:spPr>
          <a:xfrm>
            <a:off x="2762250" y="19494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4EE8153-8AA0-D24D-6BBF-44DF8042577D}"/>
              </a:ext>
            </a:extLst>
          </p:cNvPr>
          <p:cNvSpPr/>
          <p:nvPr/>
        </p:nvSpPr>
        <p:spPr>
          <a:xfrm>
            <a:off x="2940050" y="2051050"/>
            <a:ext cx="63500" cy="635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278653-6130-4C5B-D9C8-71BE4FBA686F}"/>
              </a:ext>
            </a:extLst>
          </p:cNvPr>
          <p:cNvSpPr txBox="1"/>
          <p:nvPr/>
        </p:nvSpPr>
        <p:spPr>
          <a:xfrm>
            <a:off x="2082800" y="2641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DC942D-4885-AA90-D25E-29B1E10DF765}"/>
              </a:ext>
            </a:extLst>
          </p:cNvPr>
          <p:cNvSpPr txBox="1"/>
          <p:nvPr/>
        </p:nvSpPr>
        <p:spPr>
          <a:xfrm>
            <a:off x="2082800" y="281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Add the flood map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D09D122-458F-2FA9-E20C-E3E64CE82F69}"/>
              </a:ext>
            </a:extLst>
          </p:cNvPr>
          <p:cNvSpPr/>
          <p:nvPr/>
        </p:nvSpPr>
        <p:spPr>
          <a:xfrm>
            <a:off x="3531423" y="1966505"/>
            <a:ext cx="151971" cy="2773"/>
          </a:xfrm>
          <a:custGeom>
            <a:avLst/>
            <a:gdLst/>
            <a:ahLst/>
            <a:cxnLst/>
            <a:rect l="0" t="0" r="0" b="0"/>
            <a:pathLst>
              <a:path w="151971" h="2773">
                <a:moveTo>
                  <a:pt x="0" y="0"/>
                </a:moveTo>
                <a:lnTo>
                  <a:pt x="151970" y="2772"/>
                </a:lnTo>
              </a:path>
            </a:pathLst>
          </a:custGeom>
          <a:ln w="1524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0DA6CA-0EF5-578D-D4F0-B0AFA118B16F}"/>
              </a:ext>
            </a:extLst>
          </p:cNvPr>
          <p:cNvSpPr/>
          <p:nvPr/>
        </p:nvSpPr>
        <p:spPr>
          <a:xfrm>
            <a:off x="3708400" y="1397000"/>
            <a:ext cx="1422400" cy="114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953097E-5211-3153-D29D-4647C0E3FD5C}"/>
              </a:ext>
            </a:extLst>
          </p:cNvPr>
          <p:cNvSpPr/>
          <p:nvPr/>
        </p:nvSpPr>
        <p:spPr>
          <a:xfrm>
            <a:off x="3707155" y="1389128"/>
            <a:ext cx="1430744" cy="1158436"/>
          </a:xfrm>
          <a:custGeom>
            <a:avLst/>
            <a:gdLst/>
            <a:ahLst/>
            <a:cxnLst/>
            <a:rect l="0" t="0" r="0" b="0"/>
            <a:pathLst>
              <a:path w="1430744" h="1158436">
                <a:moveTo>
                  <a:pt x="5037" y="12410"/>
                </a:moveTo>
                <a:lnTo>
                  <a:pt x="474411" y="15468"/>
                </a:lnTo>
                <a:lnTo>
                  <a:pt x="943612" y="9462"/>
                </a:lnTo>
                <a:lnTo>
                  <a:pt x="1427669" y="4042"/>
                </a:lnTo>
                <a:lnTo>
                  <a:pt x="1430743" y="578347"/>
                </a:lnTo>
                <a:lnTo>
                  <a:pt x="1417019" y="1149705"/>
                </a:lnTo>
                <a:lnTo>
                  <a:pt x="945738" y="1157485"/>
                </a:lnTo>
                <a:lnTo>
                  <a:pt x="481477" y="1145167"/>
                </a:lnTo>
                <a:lnTo>
                  <a:pt x="5877" y="1158435"/>
                </a:lnTo>
                <a:lnTo>
                  <a:pt x="6891" y="585017"/>
                </a:lnTo>
                <a:lnTo>
                  <a:pt x="0" y="0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86EBA3-DD94-0A9C-E0D3-28EEB3319057}"/>
              </a:ext>
            </a:extLst>
          </p:cNvPr>
          <p:cNvSpPr/>
          <p:nvPr/>
        </p:nvSpPr>
        <p:spPr>
          <a:xfrm>
            <a:off x="4000500" y="1625600"/>
            <a:ext cx="558800" cy="558800"/>
          </a:xfrm>
          <a:prstGeom prst="ellipse">
            <a:avLst/>
          </a:prstGeom>
          <a:noFill/>
          <a:ln w="19050" cap="flat" cmpd="sng" algn="ctr">
            <a:solidFill>
              <a:srgbClr val="22222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45E00BF-3914-270A-4EAA-25A2C85E88AC}"/>
              </a:ext>
            </a:extLst>
          </p:cNvPr>
          <p:cNvSpPr/>
          <p:nvPr/>
        </p:nvSpPr>
        <p:spPr>
          <a:xfrm>
            <a:off x="4489085" y="2112513"/>
            <a:ext cx="232929" cy="233112"/>
          </a:xfrm>
          <a:custGeom>
            <a:avLst/>
            <a:gdLst/>
            <a:ahLst/>
            <a:cxnLst/>
            <a:rect l="0" t="0" r="0" b="0"/>
            <a:pathLst>
              <a:path w="232929" h="233112">
                <a:moveTo>
                  <a:pt x="0" y="0"/>
                </a:moveTo>
                <a:lnTo>
                  <a:pt x="232928" y="233111"/>
                </a:lnTo>
              </a:path>
            </a:pathLst>
          </a:custGeom>
          <a:ln w="2540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D9E8647-F91E-377A-BBD1-9D2ACA5A0C51}"/>
              </a:ext>
            </a:extLst>
          </p:cNvPr>
          <p:cNvSpPr/>
          <p:nvPr/>
        </p:nvSpPr>
        <p:spPr>
          <a:xfrm>
            <a:off x="4229100" y="18542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1F64C9-6C99-34D1-B632-671CC92E6C06}"/>
              </a:ext>
            </a:extLst>
          </p:cNvPr>
          <p:cNvSpPr txBox="1"/>
          <p:nvPr/>
        </p:nvSpPr>
        <p:spPr>
          <a:xfrm>
            <a:off x="3708400" y="2641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C3EE61-86A1-6636-DE00-0E8543055806}"/>
              </a:ext>
            </a:extLst>
          </p:cNvPr>
          <p:cNvSpPr txBox="1"/>
          <p:nvPr/>
        </p:nvSpPr>
        <p:spPr>
          <a:xfrm>
            <a:off x="3708400" y="281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Ground truth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0863283-A0EA-72AC-09AB-DA22A8B72C70}"/>
              </a:ext>
            </a:extLst>
          </p:cNvPr>
          <p:cNvSpPr/>
          <p:nvPr/>
        </p:nvSpPr>
        <p:spPr>
          <a:xfrm>
            <a:off x="5154143" y="1965625"/>
            <a:ext cx="151525" cy="5225"/>
          </a:xfrm>
          <a:custGeom>
            <a:avLst/>
            <a:gdLst/>
            <a:ahLst/>
            <a:cxnLst/>
            <a:rect l="0" t="0" r="0" b="0"/>
            <a:pathLst>
              <a:path w="151525" h="5225">
                <a:moveTo>
                  <a:pt x="0" y="5224"/>
                </a:moveTo>
                <a:lnTo>
                  <a:pt x="151524" y="0"/>
                </a:lnTo>
              </a:path>
            </a:pathLst>
          </a:custGeom>
          <a:ln w="1524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5FA081-F46E-4DB4-8E39-C346D328348A}"/>
              </a:ext>
            </a:extLst>
          </p:cNvPr>
          <p:cNvSpPr/>
          <p:nvPr/>
        </p:nvSpPr>
        <p:spPr>
          <a:xfrm>
            <a:off x="5334000" y="1397000"/>
            <a:ext cx="1422400" cy="114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7A29A67-CB36-E2BD-DDC6-2C38F7D491DF}"/>
              </a:ext>
            </a:extLst>
          </p:cNvPr>
          <p:cNvSpPr/>
          <p:nvPr/>
        </p:nvSpPr>
        <p:spPr>
          <a:xfrm>
            <a:off x="5331678" y="1397296"/>
            <a:ext cx="1425958" cy="1150422"/>
          </a:xfrm>
          <a:custGeom>
            <a:avLst/>
            <a:gdLst/>
            <a:ahLst/>
            <a:cxnLst/>
            <a:rect l="0" t="0" r="0" b="0"/>
            <a:pathLst>
              <a:path w="1425958" h="1150422">
                <a:moveTo>
                  <a:pt x="0" y="4970"/>
                </a:moveTo>
                <a:lnTo>
                  <a:pt x="483285" y="0"/>
                </a:lnTo>
                <a:lnTo>
                  <a:pt x="954583" y="4812"/>
                </a:lnTo>
                <a:lnTo>
                  <a:pt x="1425957" y="2302"/>
                </a:lnTo>
                <a:lnTo>
                  <a:pt x="1422976" y="571040"/>
                </a:lnTo>
                <a:lnTo>
                  <a:pt x="1416654" y="1142410"/>
                </a:lnTo>
                <a:lnTo>
                  <a:pt x="952564" y="1150421"/>
                </a:lnTo>
                <a:lnTo>
                  <a:pt x="475738" y="1149251"/>
                </a:lnTo>
                <a:lnTo>
                  <a:pt x="10354" y="1136589"/>
                </a:lnTo>
                <a:lnTo>
                  <a:pt x="2239" y="573768"/>
                </a:lnTo>
                <a:lnTo>
                  <a:pt x="177" y="3336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F378D1A-B3D5-11F1-78F5-60E2E1FE3BCE}"/>
              </a:ext>
            </a:extLst>
          </p:cNvPr>
          <p:cNvSpPr/>
          <p:nvPr/>
        </p:nvSpPr>
        <p:spPr>
          <a:xfrm>
            <a:off x="5433259" y="1653774"/>
            <a:ext cx="262787" cy="157139"/>
          </a:xfrm>
          <a:custGeom>
            <a:avLst/>
            <a:gdLst/>
            <a:ahLst/>
            <a:cxnLst/>
            <a:rect l="0" t="0" r="0" b="0"/>
            <a:pathLst>
              <a:path w="262787" h="157139">
                <a:moveTo>
                  <a:pt x="0" y="1570"/>
                </a:moveTo>
                <a:lnTo>
                  <a:pt x="250871" y="0"/>
                </a:lnTo>
                <a:lnTo>
                  <a:pt x="262786" y="152517"/>
                </a:lnTo>
                <a:lnTo>
                  <a:pt x="3832" y="157138"/>
                </a:lnTo>
                <a:lnTo>
                  <a:pt x="801" y="3561"/>
                </a:lnTo>
              </a:path>
            </a:pathLst>
          </a:custGeom>
          <a:ln w="127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F06B4B5-91D0-82F7-C121-77AA65136E0B}"/>
              </a:ext>
            </a:extLst>
          </p:cNvPr>
          <p:cNvSpPr/>
          <p:nvPr/>
        </p:nvSpPr>
        <p:spPr>
          <a:xfrm>
            <a:off x="5746828" y="1872744"/>
            <a:ext cx="261167" cy="164077"/>
          </a:xfrm>
          <a:custGeom>
            <a:avLst/>
            <a:gdLst/>
            <a:ahLst/>
            <a:cxnLst/>
            <a:rect l="0" t="0" r="0" b="0"/>
            <a:pathLst>
              <a:path w="261167" h="164077">
                <a:moveTo>
                  <a:pt x="1764" y="13114"/>
                </a:moveTo>
                <a:lnTo>
                  <a:pt x="252679" y="3854"/>
                </a:lnTo>
                <a:lnTo>
                  <a:pt x="261166" y="164076"/>
                </a:lnTo>
                <a:lnTo>
                  <a:pt x="0" y="151356"/>
                </a:lnTo>
                <a:lnTo>
                  <a:pt x="8222" y="0"/>
                </a:lnTo>
              </a:path>
            </a:pathLst>
          </a:custGeom>
          <a:ln w="127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E3CC3F0B-0E27-9F4C-40BE-44E4CE5925AE}"/>
              </a:ext>
            </a:extLst>
          </p:cNvPr>
          <p:cNvSpPr/>
          <p:nvPr/>
        </p:nvSpPr>
        <p:spPr>
          <a:xfrm>
            <a:off x="6066935" y="2099664"/>
            <a:ext cx="262489" cy="169093"/>
          </a:xfrm>
          <a:custGeom>
            <a:avLst/>
            <a:gdLst/>
            <a:ahLst/>
            <a:cxnLst/>
            <a:rect l="0" t="0" r="0" b="0"/>
            <a:pathLst>
              <a:path w="262489" h="169093">
                <a:moveTo>
                  <a:pt x="4084" y="5456"/>
                </a:moveTo>
                <a:lnTo>
                  <a:pt x="262488" y="16475"/>
                </a:lnTo>
                <a:lnTo>
                  <a:pt x="256708" y="169092"/>
                </a:lnTo>
                <a:lnTo>
                  <a:pt x="525" y="160494"/>
                </a:lnTo>
                <a:lnTo>
                  <a:pt x="0" y="0"/>
                </a:lnTo>
              </a:path>
            </a:pathLst>
          </a:custGeom>
          <a:ln w="127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D05C0F5-B46D-59F6-38EE-94DFF101F150}"/>
              </a:ext>
            </a:extLst>
          </p:cNvPr>
          <p:cNvSpPr/>
          <p:nvPr/>
        </p:nvSpPr>
        <p:spPr>
          <a:xfrm>
            <a:off x="6384977" y="1649113"/>
            <a:ext cx="260108" cy="147884"/>
          </a:xfrm>
          <a:custGeom>
            <a:avLst/>
            <a:gdLst/>
            <a:ahLst/>
            <a:cxnLst/>
            <a:rect l="0" t="0" r="0" b="0"/>
            <a:pathLst>
              <a:path w="260108" h="147884">
                <a:moveTo>
                  <a:pt x="895" y="0"/>
                </a:moveTo>
                <a:lnTo>
                  <a:pt x="260107" y="4823"/>
                </a:lnTo>
                <a:lnTo>
                  <a:pt x="255840" y="147883"/>
                </a:lnTo>
                <a:lnTo>
                  <a:pt x="0" y="146618"/>
                </a:lnTo>
                <a:lnTo>
                  <a:pt x="10677" y="9121"/>
                </a:lnTo>
              </a:path>
            </a:pathLst>
          </a:custGeom>
          <a:ln w="127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EECD75-A81F-25F9-A90F-5727B33B5689}"/>
              </a:ext>
            </a:extLst>
          </p:cNvPr>
          <p:cNvSpPr txBox="1"/>
          <p:nvPr/>
        </p:nvSpPr>
        <p:spPr>
          <a:xfrm>
            <a:off x="5334000" y="2641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325571-306A-4EDF-895E-3814592C3EB0}"/>
              </a:ext>
            </a:extLst>
          </p:cNvPr>
          <p:cNvSpPr txBox="1"/>
          <p:nvPr/>
        </p:nvSpPr>
        <p:spPr>
          <a:xfrm>
            <a:off x="5334000" y="281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Not just a map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80F989A-0140-1B50-432E-12F1FA815C62}"/>
              </a:ext>
            </a:extLst>
          </p:cNvPr>
          <p:cNvSpPr/>
          <p:nvPr/>
        </p:nvSpPr>
        <p:spPr>
          <a:xfrm>
            <a:off x="6779020" y="1966531"/>
            <a:ext cx="152497" cy="1838"/>
          </a:xfrm>
          <a:custGeom>
            <a:avLst/>
            <a:gdLst/>
            <a:ahLst/>
            <a:cxnLst/>
            <a:rect l="0" t="0" r="0" b="0"/>
            <a:pathLst>
              <a:path w="152497" h="1838">
                <a:moveTo>
                  <a:pt x="0" y="1837"/>
                </a:moveTo>
                <a:lnTo>
                  <a:pt x="152496" y="0"/>
                </a:lnTo>
              </a:path>
            </a:pathLst>
          </a:custGeom>
          <a:ln w="1524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961BA8-9EA0-38EE-7723-CD754CCC02D7}"/>
              </a:ext>
            </a:extLst>
          </p:cNvPr>
          <p:cNvSpPr/>
          <p:nvPr/>
        </p:nvSpPr>
        <p:spPr>
          <a:xfrm>
            <a:off x="6959600" y="1397000"/>
            <a:ext cx="1422400" cy="114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0ACD7F9-BBD6-A375-58B0-53DBEBEB6318}"/>
              </a:ext>
            </a:extLst>
          </p:cNvPr>
          <p:cNvSpPr/>
          <p:nvPr/>
        </p:nvSpPr>
        <p:spPr>
          <a:xfrm>
            <a:off x="6954924" y="1390394"/>
            <a:ext cx="1421400" cy="1156785"/>
          </a:xfrm>
          <a:custGeom>
            <a:avLst/>
            <a:gdLst/>
            <a:ahLst/>
            <a:cxnLst/>
            <a:rect l="0" t="0" r="0" b="0"/>
            <a:pathLst>
              <a:path w="1421400" h="1156785">
                <a:moveTo>
                  <a:pt x="0" y="11213"/>
                </a:moveTo>
                <a:lnTo>
                  <a:pt x="485229" y="0"/>
                </a:lnTo>
                <a:lnTo>
                  <a:pt x="949705" y="929"/>
                </a:lnTo>
                <a:lnTo>
                  <a:pt x="1418343" y="5533"/>
                </a:lnTo>
                <a:lnTo>
                  <a:pt x="1418800" y="573928"/>
                </a:lnTo>
                <a:lnTo>
                  <a:pt x="1421399" y="1141455"/>
                </a:lnTo>
                <a:lnTo>
                  <a:pt x="961352" y="1145087"/>
                </a:lnTo>
                <a:lnTo>
                  <a:pt x="473650" y="1156784"/>
                </a:lnTo>
                <a:lnTo>
                  <a:pt x="1817" y="1142649"/>
                </a:lnTo>
                <a:lnTo>
                  <a:pt x="6963" y="576211"/>
                </a:lnTo>
                <a:lnTo>
                  <a:pt x="4350" y="12875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8CF5A1B-9F95-E081-8323-B353A3FD9401}"/>
              </a:ext>
            </a:extLst>
          </p:cNvPr>
          <p:cNvCxnSpPr/>
          <p:nvPr/>
        </p:nvCxnSpPr>
        <p:spPr>
          <a:xfrm>
            <a:off x="7137400" y="1587500"/>
            <a:ext cx="0" cy="82550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BFC065F-5E15-5204-98D8-944C9FF0C730}"/>
              </a:ext>
            </a:extLst>
          </p:cNvPr>
          <p:cNvCxnSpPr/>
          <p:nvPr/>
        </p:nvCxnSpPr>
        <p:spPr>
          <a:xfrm>
            <a:off x="7137400" y="1778000"/>
            <a:ext cx="0" cy="254000"/>
          </a:xfrm>
          <a:prstGeom prst="line">
            <a:avLst/>
          </a:prstGeom>
          <a:ln w="3810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46E3F70-8686-2C4B-68C2-6A6907BC1A0B}"/>
              </a:ext>
            </a:extLst>
          </p:cNvPr>
          <p:cNvCxnSpPr/>
          <p:nvPr/>
        </p:nvCxnSpPr>
        <p:spPr>
          <a:xfrm>
            <a:off x="7302500" y="1587500"/>
            <a:ext cx="0" cy="82550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3FB1498-80A7-59C5-F2B6-FE00681013CF}"/>
              </a:ext>
            </a:extLst>
          </p:cNvPr>
          <p:cNvCxnSpPr/>
          <p:nvPr/>
        </p:nvCxnSpPr>
        <p:spPr>
          <a:xfrm>
            <a:off x="7302500" y="1879600"/>
            <a:ext cx="0" cy="228600"/>
          </a:xfrm>
          <a:prstGeom prst="line">
            <a:avLst/>
          </a:prstGeom>
          <a:ln w="3810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2D66BED-F1D0-0AE8-2D2F-195AB0884B9C}"/>
              </a:ext>
            </a:extLst>
          </p:cNvPr>
          <p:cNvCxnSpPr/>
          <p:nvPr/>
        </p:nvCxnSpPr>
        <p:spPr>
          <a:xfrm>
            <a:off x="7467600" y="1587500"/>
            <a:ext cx="0" cy="82550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11781F9-8880-ABB5-C774-5E4EEB388D98}"/>
              </a:ext>
            </a:extLst>
          </p:cNvPr>
          <p:cNvCxnSpPr/>
          <p:nvPr/>
        </p:nvCxnSpPr>
        <p:spPr>
          <a:xfrm>
            <a:off x="7467600" y="1981200"/>
            <a:ext cx="0" cy="203200"/>
          </a:xfrm>
          <a:prstGeom prst="line">
            <a:avLst/>
          </a:prstGeom>
          <a:ln w="3810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542884-5F13-30D7-84CC-AEB31795E84A}"/>
              </a:ext>
            </a:extLst>
          </p:cNvPr>
          <p:cNvCxnSpPr/>
          <p:nvPr/>
        </p:nvCxnSpPr>
        <p:spPr>
          <a:xfrm>
            <a:off x="7632700" y="1587500"/>
            <a:ext cx="0" cy="82550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0ACAF1-4E25-DA82-012E-FD7154D823DE}"/>
              </a:ext>
            </a:extLst>
          </p:cNvPr>
          <p:cNvCxnSpPr/>
          <p:nvPr/>
        </p:nvCxnSpPr>
        <p:spPr>
          <a:xfrm>
            <a:off x="7632700" y="2082800"/>
            <a:ext cx="0" cy="177800"/>
          </a:xfrm>
          <a:prstGeom prst="line">
            <a:avLst/>
          </a:prstGeom>
          <a:ln w="38100">
            <a:solidFill>
              <a:srgbClr val="D03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07C93E9-AC4F-43F6-F819-F1264FE5A2E0}"/>
              </a:ext>
            </a:extLst>
          </p:cNvPr>
          <p:cNvCxnSpPr/>
          <p:nvPr/>
        </p:nvCxnSpPr>
        <p:spPr>
          <a:xfrm>
            <a:off x="7797800" y="1587500"/>
            <a:ext cx="0" cy="82550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C9E8B25-0124-F6D8-B5DA-96A6ACDC03CB}"/>
              </a:ext>
            </a:extLst>
          </p:cNvPr>
          <p:cNvCxnSpPr/>
          <p:nvPr/>
        </p:nvCxnSpPr>
        <p:spPr>
          <a:xfrm>
            <a:off x="7962900" y="1587500"/>
            <a:ext cx="0" cy="82550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5FDA76-342B-E175-B1AA-0B1660CFA26E}"/>
              </a:ext>
            </a:extLst>
          </p:cNvPr>
          <p:cNvCxnSpPr/>
          <p:nvPr/>
        </p:nvCxnSpPr>
        <p:spPr>
          <a:xfrm>
            <a:off x="8128000" y="1587500"/>
            <a:ext cx="0" cy="82550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A6A5D83-515E-CAAC-D9EF-438605742355}"/>
              </a:ext>
            </a:extLst>
          </p:cNvPr>
          <p:cNvSpPr txBox="1"/>
          <p:nvPr/>
        </p:nvSpPr>
        <p:spPr>
          <a:xfrm>
            <a:off x="6959600" y="2641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Consolas" panose="020B0609020204030204" pitchFamily="49" charset="0"/>
              </a:rPr>
              <a:t>05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4F2AB0-087A-1B2E-4600-AC4A7E10A19F}"/>
              </a:ext>
            </a:extLst>
          </p:cNvPr>
          <p:cNvSpPr txBox="1"/>
          <p:nvPr/>
        </p:nvSpPr>
        <p:spPr>
          <a:xfrm>
            <a:off x="6959600" y="281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Only South Africa?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5E8D09E-BA7D-92C9-4ADD-3759671A11F0}"/>
              </a:ext>
            </a:extLst>
          </p:cNvPr>
          <p:cNvSpPr/>
          <p:nvPr/>
        </p:nvSpPr>
        <p:spPr>
          <a:xfrm>
            <a:off x="8405394" y="1967915"/>
            <a:ext cx="156968" cy="18"/>
          </a:xfrm>
          <a:custGeom>
            <a:avLst/>
            <a:gdLst/>
            <a:ahLst/>
            <a:cxnLst/>
            <a:rect l="0" t="0" r="0" b="0"/>
            <a:pathLst>
              <a:path w="156968" h="18">
                <a:moveTo>
                  <a:pt x="0" y="0"/>
                </a:moveTo>
                <a:lnTo>
                  <a:pt x="156967" y="17"/>
                </a:lnTo>
              </a:path>
            </a:pathLst>
          </a:custGeom>
          <a:ln w="1524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1DFC89E-46B3-995F-6F48-980088D49258}"/>
              </a:ext>
            </a:extLst>
          </p:cNvPr>
          <p:cNvSpPr/>
          <p:nvPr/>
        </p:nvSpPr>
        <p:spPr>
          <a:xfrm>
            <a:off x="8585200" y="1397000"/>
            <a:ext cx="1422400" cy="114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9F4B2E4-63E0-6A58-C8D5-AD25652A23CB}"/>
              </a:ext>
            </a:extLst>
          </p:cNvPr>
          <p:cNvSpPr/>
          <p:nvPr/>
        </p:nvSpPr>
        <p:spPr>
          <a:xfrm>
            <a:off x="8579276" y="1388898"/>
            <a:ext cx="1432050" cy="1158838"/>
          </a:xfrm>
          <a:custGeom>
            <a:avLst/>
            <a:gdLst/>
            <a:ahLst/>
            <a:cxnLst/>
            <a:rect l="0" t="0" r="0" b="0"/>
            <a:pathLst>
              <a:path w="1432050" h="1158838">
                <a:moveTo>
                  <a:pt x="4978" y="609"/>
                </a:moveTo>
                <a:lnTo>
                  <a:pt x="473494" y="11708"/>
                </a:lnTo>
                <a:lnTo>
                  <a:pt x="946228" y="0"/>
                </a:lnTo>
                <a:lnTo>
                  <a:pt x="1423867" y="9549"/>
                </a:lnTo>
                <a:lnTo>
                  <a:pt x="1432049" y="582928"/>
                </a:lnTo>
                <a:lnTo>
                  <a:pt x="1421171" y="1145678"/>
                </a:lnTo>
                <a:lnTo>
                  <a:pt x="948096" y="1144225"/>
                </a:lnTo>
                <a:lnTo>
                  <a:pt x="471365" y="1158837"/>
                </a:lnTo>
                <a:lnTo>
                  <a:pt x="3423" y="1149375"/>
                </a:lnTo>
                <a:lnTo>
                  <a:pt x="5647" y="577580"/>
                </a:lnTo>
                <a:lnTo>
                  <a:pt x="0" y="607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704928A-EA78-1608-157B-F586A64898D2}"/>
              </a:ext>
            </a:extLst>
          </p:cNvPr>
          <p:cNvSpPr/>
          <p:nvPr/>
        </p:nvSpPr>
        <p:spPr>
          <a:xfrm>
            <a:off x="8716757" y="1771918"/>
            <a:ext cx="1142897" cy="11842"/>
          </a:xfrm>
          <a:custGeom>
            <a:avLst/>
            <a:gdLst/>
            <a:ahLst/>
            <a:cxnLst/>
            <a:rect l="0" t="0" r="0" b="0"/>
            <a:pathLst>
              <a:path w="1142897" h="11842">
                <a:moveTo>
                  <a:pt x="0" y="0"/>
                </a:moveTo>
                <a:lnTo>
                  <a:pt x="567803" y="11841"/>
                </a:lnTo>
                <a:lnTo>
                  <a:pt x="1142896" y="8418"/>
                </a:lnTo>
              </a:path>
            </a:pathLst>
          </a:custGeom>
          <a:ln w="19050">
            <a:solidFill>
              <a:srgbClr val="D0312D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9727C89-BB39-C8A1-B896-FD36EDA1ABDB}"/>
              </a:ext>
            </a:extLst>
          </p:cNvPr>
          <p:cNvSpPr/>
          <p:nvPr/>
        </p:nvSpPr>
        <p:spPr>
          <a:xfrm>
            <a:off x="8714845" y="2157532"/>
            <a:ext cx="1136866" cy="6643"/>
          </a:xfrm>
          <a:custGeom>
            <a:avLst/>
            <a:gdLst/>
            <a:ahLst/>
            <a:cxnLst/>
            <a:rect l="0" t="0" r="0" b="0"/>
            <a:pathLst>
              <a:path w="1136866" h="6643">
                <a:moveTo>
                  <a:pt x="0" y="0"/>
                </a:moveTo>
                <a:lnTo>
                  <a:pt x="569808" y="873"/>
                </a:lnTo>
                <a:lnTo>
                  <a:pt x="1136865" y="6642"/>
                </a:lnTo>
              </a:path>
            </a:pathLst>
          </a:custGeom>
          <a:ln w="1905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885112-98AC-AC0F-23E3-038AB927D696}"/>
              </a:ext>
            </a:extLst>
          </p:cNvPr>
          <p:cNvSpPr txBox="1"/>
          <p:nvPr/>
        </p:nvSpPr>
        <p:spPr>
          <a:xfrm>
            <a:off x="8585200" y="2641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Consolas" panose="020B0609020204030204" pitchFamily="49" charset="0"/>
              </a:rPr>
              <a:t>06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BD175B-F877-4BB9-C7F1-BC285AF9AD2E}"/>
              </a:ext>
            </a:extLst>
          </p:cNvPr>
          <p:cNvSpPr txBox="1"/>
          <p:nvPr/>
        </p:nvSpPr>
        <p:spPr>
          <a:xfrm>
            <a:off x="8585200" y="281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What changes?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18A6874-B24C-42ED-43F1-16898016C336}"/>
              </a:ext>
            </a:extLst>
          </p:cNvPr>
          <p:cNvSpPr/>
          <p:nvPr/>
        </p:nvSpPr>
        <p:spPr>
          <a:xfrm>
            <a:off x="10034485" y="1967431"/>
            <a:ext cx="149702" cy="3802"/>
          </a:xfrm>
          <a:custGeom>
            <a:avLst/>
            <a:gdLst/>
            <a:ahLst/>
            <a:cxnLst/>
            <a:rect l="0" t="0" r="0" b="0"/>
            <a:pathLst>
              <a:path w="149702" h="3802">
                <a:moveTo>
                  <a:pt x="0" y="3801"/>
                </a:moveTo>
                <a:lnTo>
                  <a:pt x="149701" y="0"/>
                </a:lnTo>
              </a:path>
            </a:pathLst>
          </a:custGeom>
          <a:ln w="1524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278C807-D84B-3D7A-32ED-6F6D2EE1EFC4}"/>
              </a:ext>
            </a:extLst>
          </p:cNvPr>
          <p:cNvSpPr/>
          <p:nvPr/>
        </p:nvSpPr>
        <p:spPr>
          <a:xfrm>
            <a:off x="10210800" y="1397000"/>
            <a:ext cx="1422400" cy="114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15C6F81-7797-4955-4DFB-52A3D716A5F6}"/>
              </a:ext>
            </a:extLst>
          </p:cNvPr>
          <p:cNvSpPr/>
          <p:nvPr/>
        </p:nvSpPr>
        <p:spPr>
          <a:xfrm>
            <a:off x="10204314" y="1389864"/>
            <a:ext cx="1436914" cy="1155138"/>
          </a:xfrm>
          <a:custGeom>
            <a:avLst/>
            <a:gdLst/>
            <a:ahLst/>
            <a:cxnLst/>
            <a:rect l="0" t="0" r="0" b="0"/>
            <a:pathLst>
              <a:path w="1436914" h="1155138">
                <a:moveTo>
                  <a:pt x="1380" y="671"/>
                </a:moveTo>
                <a:lnTo>
                  <a:pt x="485815" y="5209"/>
                </a:lnTo>
                <a:lnTo>
                  <a:pt x="955399" y="7540"/>
                </a:lnTo>
                <a:lnTo>
                  <a:pt x="1434327" y="811"/>
                </a:lnTo>
                <a:lnTo>
                  <a:pt x="1436913" y="578909"/>
                </a:lnTo>
                <a:lnTo>
                  <a:pt x="1426794" y="1150964"/>
                </a:lnTo>
                <a:lnTo>
                  <a:pt x="954632" y="1155137"/>
                </a:lnTo>
                <a:lnTo>
                  <a:pt x="488148" y="1150439"/>
                </a:lnTo>
                <a:lnTo>
                  <a:pt x="1929" y="1147794"/>
                </a:lnTo>
                <a:lnTo>
                  <a:pt x="1503" y="571697"/>
                </a:lnTo>
                <a:lnTo>
                  <a:pt x="0" y="0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F8DD1F9-1D2A-8864-8AAB-82902D90D70A}"/>
              </a:ext>
            </a:extLst>
          </p:cNvPr>
          <p:cNvSpPr/>
          <p:nvPr/>
        </p:nvSpPr>
        <p:spPr>
          <a:xfrm>
            <a:off x="10458964" y="1836588"/>
            <a:ext cx="775289" cy="136404"/>
          </a:xfrm>
          <a:custGeom>
            <a:avLst/>
            <a:gdLst/>
            <a:ahLst/>
            <a:cxnLst/>
            <a:rect l="0" t="0" r="0" b="0"/>
            <a:pathLst>
              <a:path w="775289" h="136404">
                <a:moveTo>
                  <a:pt x="0" y="69657"/>
                </a:moveTo>
                <a:lnTo>
                  <a:pt x="76445" y="121672"/>
                </a:lnTo>
                <a:lnTo>
                  <a:pt x="125447" y="122505"/>
                </a:lnTo>
                <a:lnTo>
                  <a:pt x="205285" y="53629"/>
                </a:lnTo>
                <a:lnTo>
                  <a:pt x="257536" y="0"/>
                </a:lnTo>
                <a:lnTo>
                  <a:pt x="325741" y="14613"/>
                </a:lnTo>
                <a:lnTo>
                  <a:pt x="380931" y="85300"/>
                </a:lnTo>
                <a:lnTo>
                  <a:pt x="452128" y="136403"/>
                </a:lnTo>
                <a:lnTo>
                  <a:pt x="514639" y="102432"/>
                </a:lnTo>
                <a:lnTo>
                  <a:pt x="571908" y="37899"/>
                </a:lnTo>
                <a:lnTo>
                  <a:pt x="631349" y="1775"/>
                </a:lnTo>
                <a:lnTo>
                  <a:pt x="700557" y="33414"/>
                </a:lnTo>
                <a:lnTo>
                  <a:pt x="775288" y="111604"/>
                </a:lnTo>
              </a:path>
            </a:pathLst>
          </a:custGeom>
          <a:ln w="190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1C64D62-0033-F81D-225F-6DFCA16A2F8A}"/>
              </a:ext>
            </a:extLst>
          </p:cNvPr>
          <p:cNvSpPr/>
          <p:nvPr/>
        </p:nvSpPr>
        <p:spPr>
          <a:xfrm>
            <a:off x="10281604" y="1582644"/>
            <a:ext cx="339340" cy="126506"/>
          </a:xfrm>
          <a:custGeom>
            <a:avLst/>
            <a:gdLst/>
            <a:ahLst/>
            <a:cxnLst/>
            <a:rect l="0" t="0" r="0" b="0"/>
            <a:pathLst>
              <a:path w="339340" h="126506">
                <a:moveTo>
                  <a:pt x="5925" y="8556"/>
                </a:moveTo>
                <a:lnTo>
                  <a:pt x="338507" y="2467"/>
                </a:lnTo>
                <a:lnTo>
                  <a:pt x="339339" y="126505"/>
                </a:lnTo>
                <a:lnTo>
                  <a:pt x="0" y="124996"/>
                </a:lnTo>
                <a:lnTo>
                  <a:pt x="13268" y="0"/>
                </a:lnTo>
              </a:path>
            </a:pathLst>
          </a:custGeom>
          <a:ln w="1270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9BA5231-50B9-BAA3-82D0-9C15E0A43440}"/>
              </a:ext>
            </a:extLst>
          </p:cNvPr>
          <p:cNvSpPr/>
          <p:nvPr/>
        </p:nvSpPr>
        <p:spPr>
          <a:xfrm>
            <a:off x="10280530" y="2216481"/>
            <a:ext cx="335083" cy="136606"/>
          </a:xfrm>
          <a:custGeom>
            <a:avLst/>
            <a:gdLst/>
            <a:ahLst/>
            <a:cxnLst/>
            <a:rect l="0" t="0" r="0" b="0"/>
            <a:pathLst>
              <a:path w="335083" h="136606">
                <a:moveTo>
                  <a:pt x="6798" y="885"/>
                </a:moveTo>
                <a:lnTo>
                  <a:pt x="335082" y="0"/>
                </a:lnTo>
                <a:lnTo>
                  <a:pt x="330883" y="136605"/>
                </a:lnTo>
                <a:lnTo>
                  <a:pt x="0" y="129489"/>
                </a:lnTo>
                <a:lnTo>
                  <a:pt x="13943" y="5406"/>
                </a:lnTo>
              </a:path>
            </a:pathLst>
          </a:custGeom>
          <a:ln w="1270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863C10B-9E0A-581B-0345-4AFA8E0CC5B5}"/>
              </a:ext>
            </a:extLst>
          </p:cNvPr>
          <p:cNvSpPr/>
          <p:nvPr/>
        </p:nvSpPr>
        <p:spPr>
          <a:xfrm>
            <a:off x="10922000" y="19177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625A25-4A25-F34C-0909-33E778948DC4}"/>
              </a:ext>
            </a:extLst>
          </p:cNvPr>
          <p:cNvSpPr txBox="1"/>
          <p:nvPr/>
        </p:nvSpPr>
        <p:spPr>
          <a:xfrm>
            <a:off x="10210800" y="2641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Consolas" panose="020B0609020204030204" pitchFamily="49" charset="0"/>
              </a:rPr>
              <a:t>07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229DAA-651B-73B4-5C75-5BC90E5CC8F2}"/>
              </a:ext>
            </a:extLst>
          </p:cNvPr>
          <p:cNvSpPr txBox="1"/>
          <p:nvPr/>
        </p:nvSpPr>
        <p:spPr>
          <a:xfrm>
            <a:off x="10210800" y="281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The reveal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35B26D-4B99-36C1-1BEA-CB80F872F4B3}"/>
              </a:ext>
            </a:extLst>
          </p:cNvPr>
          <p:cNvSpPr txBox="1"/>
          <p:nvPr/>
        </p:nvSpPr>
        <p:spPr>
          <a:xfrm>
            <a:off x="508000" y="41910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Geography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6374E47-D0B5-B5B6-20A9-4023A54847D5}"/>
              </a:ext>
            </a:extLst>
          </p:cNvPr>
          <p:cNvSpPr/>
          <p:nvPr/>
        </p:nvSpPr>
        <p:spPr>
          <a:xfrm>
            <a:off x="1346200" y="3911600"/>
            <a:ext cx="101600" cy="1016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14075131-46B7-BD2F-1D33-53180E52D442}"/>
              </a:ext>
            </a:extLst>
          </p:cNvPr>
          <p:cNvSpPr/>
          <p:nvPr/>
        </p:nvSpPr>
        <p:spPr>
          <a:xfrm>
            <a:off x="1499527" y="3758880"/>
            <a:ext cx="1704884" cy="204287"/>
          </a:xfrm>
          <a:custGeom>
            <a:avLst/>
            <a:gdLst/>
            <a:ahLst/>
            <a:cxnLst/>
            <a:rect l="0" t="0" r="0" b="0"/>
            <a:pathLst>
              <a:path w="1704884" h="204287">
                <a:moveTo>
                  <a:pt x="0" y="204286"/>
                </a:moveTo>
                <a:lnTo>
                  <a:pt x="536770" y="0"/>
                </a:lnTo>
                <a:lnTo>
                  <a:pt x="1069186" y="4218"/>
                </a:lnTo>
                <a:lnTo>
                  <a:pt x="1704883" y="180272"/>
                </a:lnTo>
              </a:path>
            </a:pathLst>
          </a:custGeom>
          <a:ln w="12700">
            <a:solidFill>
              <a:srgbClr val="8C8C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B8F378-CCF7-0F40-4833-666B40140442}"/>
              </a:ext>
            </a:extLst>
          </p:cNvPr>
          <p:cNvSpPr txBox="1"/>
          <p:nvPr/>
        </p:nvSpPr>
        <p:spPr>
          <a:xfrm>
            <a:off x="2413000" y="41910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Evidence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63AC28D-45DD-4FCF-5489-AF4E724C88FB}"/>
              </a:ext>
            </a:extLst>
          </p:cNvPr>
          <p:cNvSpPr/>
          <p:nvPr/>
        </p:nvSpPr>
        <p:spPr>
          <a:xfrm>
            <a:off x="3251200" y="3911600"/>
            <a:ext cx="101600" cy="1016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AC2F62D9-294E-9D93-DED0-1BBB2CA1F7A8}"/>
              </a:ext>
            </a:extLst>
          </p:cNvPr>
          <p:cNvSpPr/>
          <p:nvPr/>
        </p:nvSpPr>
        <p:spPr>
          <a:xfrm>
            <a:off x="3399502" y="3757355"/>
            <a:ext cx="1701985" cy="208687"/>
          </a:xfrm>
          <a:custGeom>
            <a:avLst/>
            <a:gdLst/>
            <a:ahLst/>
            <a:cxnLst/>
            <a:rect l="0" t="0" r="0" b="0"/>
            <a:pathLst>
              <a:path w="1701985" h="208687">
                <a:moveTo>
                  <a:pt x="0" y="208686"/>
                </a:moveTo>
                <a:lnTo>
                  <a:pt x="535097" y="3994"/>
                </a:lnTo>
                <a:lnTo>
                  <a:pt x="1070227" y="0"/>
                </a:lnTo>
                <a:lnTo>
                  <a:pt x="1701984" y="177224"/>
                </a:lnTo>
              </a:path>
            </a:pathLst>
          </a:custGeom>
          <a:ln w="12700">
            <a:solidFill>
              <a:srgbClr val="8C8C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562416-4C98-CE8A-B749-A515F3DB9096}"/>
              </a:ext>
            </a:extLst>
          </p:cNvPr>
          <p:cNvSpPr txBox="1"/>
          <p:nvPr/>
        </p:nvSpPr>
        <p:spPr>
          <a:xfrm>
            <a:off x="4318000" y="41910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People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5F3B0E1-050E-3496-9FE1-AE9389030F2E}"/>
              </a:ext>
            </a:extLst>
          </p:cNvPr>
          <p:cNvSpPr/>
          <p:nvPr/>
        </p:nvSpPr>
        <p:spPr>
          <a:xfrm>
            <a:off x="5156200" y="3911600"/>
            <a:ext cx="101600" cy="1016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BF1A9D9-2493-BE34-B79A-69B0FE24FD9D}"/>
              </a:ext>
            </a:extLst>
          </p:cNvPr>
          <p:cNvSpPr/>
          <p:nvPr/>
        </p:nvSpPr>
        <p:spPr>
          <a:xfrm>
            <a:off x="5309474" y="3754890"/>
            <a:ext cx="1699965" cy="202569"/>
          </a:xfrm>
          <a:custGeom>
            <a:avLst/>
            <a:gdLst/>
            <a:ahLst/>
            <a:cxnLst/>
            <a:rect l="0" t="0" r="0" b="0"/>
            <a:pathLst>
              <a:path w="1699965" h="202569">
                <a:moveTo>
                  <a:pt x="0" y="202568"/>
                </a:moveTo>
                <a:lnTo>
                  <a:pt x="531209" y="3571"/>
                </a:lnTo>
                <a:lnTo>
                  <a:pt x="1069291" y="0"/>
                </a:lnTo>
                <a:lnTo>
                  <a:pt x="1699964" y="180761"/>
                </a:lnTo>
              </a:path>
            </a:pathLst>
          </a:custGeom>
          <a:ln w="12700">
            <a:solidFill>
              <a:srgbClr val="8C8C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1194AA5-08B9-2B69-4307-CA03DF4F565F}"/>
              </a:ext>
            </a:extLst>
          </p:cNvPr>
          <p:cNvSpPr txBox="1"/>
          <p:nvPr/>
        </p:nvSpPr>
        <p:spPr>
          <a:xfrm>
            <a:off x="6223000" y="41910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Institutions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268B1F3-366C-B101-ED7D-BDD3F202D877}"/>
              </a:ext>
            </a:extLst>
          </p:cNvPr>
          <p:cNvSpPr/>
          <p:nvPr/>
        </p:nvSpPr>
        <p:spPr>
          <a:xfrm>
            <a:off x="7061200" y="3911600"/>
            <a:ext cx="101600" cy="1016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3D46AD25-48F8-3D00-2F65-1A29179832E0}"/>
              </a:ext>
            </a:extLst>
          </p:cNvPr>
          <p:cNvSpPr/>
          <p:nvPr/>
        </p:nvSpPr>
        <p:spPr>
          <a:xfrm>
            <a:off x="7211128" y="3754665"/>
            <a:ext cx="1701217" cy="206018"/>
          </a:xfrm>
          <a:custGeom>
            <a:avLst/>
            <a:gdLst/>
            <a:ahLst/>
            <a:cxnLst/>
            <a:rect l="0" t="0" r="0" b="0"/>
            <a:pathLst>
              <a:path w="1701217" h="206018">
                <a:moveTo>
                  <a:pt x="0" y="206017"/>
                </a:moveTo>
                <a:lnTo>
                  <a:pt x="540194" y="0"/>
                </a:lnTo>
                <a:lnTo>
                  <a:pt x="1066720" y="2506"/>
                </a:lnTo>
                <a:lnTo>
                  <a:pt x="1701216" y="177257"/>
                </a:lnTo>
              </a:path>
            </a:pathLst>
          </a:custGeom>
          <a:ln w="12700">
            <a:solidFill>
              <a:srgbClr val="8C8C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B0E7F58-370A-8B24-7E09-22238D939B37}"/>
              </a:ext>
            </a:extLst>
          </p:cNvPr>
          <p:cNvSpPr txBox="1"/>
          <p:nvPr/>
        </p:nvSpPr>
        <p:spPr>
          <a:xfrm>
            <a:off x="8128000" y="41910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Comparison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575D92-DF11-0227-35F1-46AF0C130F78}"/>
              </a:ext>
            </a:extLst>
          </p:cNvPr>
          <p:cNvSpPr/>
          <p:nvPr/>
        </p:nvSpPr>
        <p:spPr>
          <a:xfrm>
            <a:off x="8966200" y="3911600"/>
            <a:ext cx="101600" cy="1016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DF1F741-E258-F067-DB0F-B7858F7C11A0}"/>
              </a:ext>
            </a:extLst>
          </p:cNvPr>
          <p:cNvSpPr/>
          <p:nvPr/>
        </p:nvSpPr>
        <p:spPr>
          <a:xfrm>
            <a:off x="9115971" y="3756104"/>
            <a:ext cx="1704832" cy="205542"/>
          </a:xfrm>
          <a:custGeom>
            <a:avLst/>
            <a:gdLst/>
            <a:ahLst/>
            <a:cxnLst/>
            <a:rect l="0" t="0" r="0" b="0"/>
            <a:pathLst>
              <a:path w="1704832" h="205542">
                <a:moveTo>
                  <a:pt x="0" y="205541"/>
                </a:moveTo>
                <a:lnTo>
                  <a:pt x="533006" y="7712"/>
                </a:lnTo>
                <a:lnTo>
                  <a:pt x="1072326" y="0"/>
                </a:lnTo>
                <a:lnTo>
                  <a:pt x="1704831" y="184217"/>
                </a:lnTo>
              </a:path>
            </a:pathLst>
          </a:custGeom>
          <a:ln w="12700">
            <a:solidFill>
              <a:srgbClr val="8C8C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7B9D014-18D8-2F15-83B0-61122BD05499}"/>
              </a:ext>
            </a:extLst>
          </p:cNvPr>
          <p:cNvSpPr txBox="1"/>
          <p:nvPr/>
        </p:nvSpPr>
        <p:spPr>
          <a:xfrm>
            <a:off x="10033000" y="41910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Systemic reveal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2539F9B-5756-9F14-DF9C-669701E2CE4D}"/>
              </a:ext>
            </a:extLst>
          </p:cNvPr>
          <p:cNvSpPr/>
          <p:nvPr/>
        </p:nvSpPr>
        <p:spPr>
          <a:xfrm>
            <a:off x="10871200" y="3911600"/>
            <a:ext cx="101600" cy="1016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B4C60BD-8FB2-CF8A-0394-58E60FD0381F}"/>
              </a:ext>
            </a:extLst>
          </p:cNvPr>
          <p:cNvSpPr txBox="1"/>
          <p:nvPr/>
        </p:nvSpPr>
        <p:spPr>
          <a:xfrm>
            <a:off x="762000" y="48260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The viewer scrolls. Each state adds one layer to the last: the map, then the evidence, then the people, then the institutions behind it, then the world, and finally the reveal.</a:t>
            </a:r>
          </a:p>
        </p:txBody>
      </p:sp>
    </p:spTree>
    <p:extLst>
      <p:ext uri="{BB962C8B-B14F-4D97-AF65-F5344CB8AC3E}">
        <p14:creationId xmlns:p14="http://schemas.microsoft.com/office/powerpoint/2010/main" val="147578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66BB1E-A495-D7D7-EB10-89E6263EEA7F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STATE 1 OF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E7BE4-D08D-AE37-35B1-98FC9D5E3EC7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Frame 1 — The response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0C2BB-E830-E8A3-7B97-AFD4CFCB08DB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EA05C-0A6F-7DF0-9D6A-35E60B156A85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9E562-F584-4380-FADB-0AEFD68EBE2C}"/>
              </a:ext>
            </a:extLst>
          </p:cNvPr>
          <p:cNvSpPr txBox="1"/>
          <p:nvPr/>
        </p:nvSpPr>
        <p:spPr>
          <a:xfrm>
            <a:off x="8255000" y="1168400"/>
            <a:ext cx="342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CDCDCD"/>
                </a:solidFill>
                <a:latin typeface="Bahnschrift" panose="020B0502040204020203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8C7B0-AA07-6F2E-7939-D512ADF9051E}"/>
              </a:ext>
            </a:extLst>
          </p:cNvPr>
          <p:cNvSpPr txBox="1"/>
          <p:nvPr/>
        </p:nvSpPr>
        <p:spPr>
          <a:xfrm>
            <a:off x="8255000" y="1905000"/>
            <a:ext cx="3429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After the 2022 floods, government identified and relocated displaced residents.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ACA40-7CDE-02FB-ED33-3CC45082FF7C}"/>
              </a:ext>
            </a:extLst>
          </p:cNvPr>
          <p:cNvSpPr txBox="1"/>
          <p:nvPr/>
        </p:nvSpPr>
        <p:spPr>
          <a:xfrm>
            <a:off x="8255000" y="3327400"/>
            <a:ext cx="342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8BB33-3925-E2EA-A9AC-34E2F42B4A48}"/>
              </a:ext>
            </a:extLst>
          </p:cNvPr>
          <p:cNvSpPr txBox="1"/>
          <p:nvPr/>
        </p:nvSpPr>
        <p:spPr>
          <a:xfrm>
            <a:off x="8255000" y="3530600"/>
            <a:ext cx="342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Ink Free" panose="03080402000500000000" pitchFamily="66" charset="0"/>
              </a:rPr>
              <a:t>The map loads. Relocation sites fade in one by one as the viewer scrolls.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03092D-5E80-D9B4-7CED-B511909EC3F8}"/>
              </a:ext>
            </a:extLst>
          </p:cNvPr>
          <p:cNvSpPr/>
          <p:nvPr/>
        </p:nvSpPr>
        <p:spPr>
          <a:xfrm>
            <a:off x="8064500" y="63881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1901B7-0AE7-0FEB-D14F-33FEF35F96BC}"/>
              </a:ext>
            </a:extLst>
          </p:cNvPr>
          <p:cNvSpPr/>
          <p:nvPr/>
        </p:nvSpPr>
        <p:spPr>
          <a:xfrm>
            <a:off x="8356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56CF2F-54CE-102A-F203-52538157D889}"/>
              </a:ext>
            </a:extLst>
          </p:cNvPr>
          <p:cNvSpPr/>
          <p:nvPr/>
        </p:nvSpPr>
        <p:spPr>
          <a:xfrm>
            <a:off x="86360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CB052A-CE73-629F-AC77-0B839A0B9253}"/>
              </a:ext>
            </a:extLst>
          </p:cNvPr>
          <p:cNvSpPr/>
          <p:nvPr/>
        </p:nvSpPr>
        <p:spPr>
          <a:xfrm>
            <a:off x="89154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61FB06-754C-F735-B530-CCC745BD6F1A}"/>
              </a:ext>
            </a:extLst>
          </p:cNvPr>
          <p:cNvSpPr/>
          <p:nvPr/>
        </p:nvSpPr>
        <p:spPr>
          <a:xfrm>
            <a:off x="91948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E5FA3F-BBE7-BFC8-5AE4-BF5C832FD109}"/>
              </a:ext>
            </a:extLst>
          </p:cNvPr>
          <p:cNvSpPr/>
          <p:nvPr/>
        </p:nvSpPr>
        <p:spPr>
          <a:xfrm>
            <a:off x="9474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2857EBF-EDF3-75F2-805C-F27614B2C15A}"/>
              </a:ext>
            </a:extLst>
          </p:cNvPr>
          <p:cNvSpPr/>
          <p:nvPr/>
        </p:nvSpPr>
        <p:spPr>
          <a:xfrm>
            <a:off x="9753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DBEB08-DA7C-38F3-318A-7247F9DF4192}"/>
              </a:ext>
            </a:extLst>
          </p:cNvPr>
          <p:cNvSpPr txBox="1"/>
          <p:nvPr/>
        </p:nvSpPr>
        <p:spPr>
          <a:xfrm>
            <a:off x="8128000" y="6578600"/>
            <a:ext cx="254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700">
                <a:solidFill>
                  <a:srgbClr val="8C8C8C"/>
                </a:solidFill>
                <a:latin typeface="Consolas" panose="020B0609020204030204" pitchFamily="49" charset="0"/>
              </a:rPr>
              <a:t>frame 1 2 3 4 5 6 7</a:t>
            </a:r>
            <a:endParaRPr lang="en-US" sz="70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BAEEF0-C2B3-0A26-F613-FA047D691916}"/>
              </a:ext>
            </a:extLst>
          </p:cNvPr>
          <p:cNvSpPr/>
          <p:nvPr/>
        </p:nvSpPr>
        <p:spPr>
          <a:xfrm>
            <a:off x="457200" y="1168400"/>
            <a:ext cx="7366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5004016-33F0-58AC-221E-34865006621C}"/>
              </a:ext>
            </a:extLst>
          </p:cNvPr>
          <p:cNvSpPr/>
          <p:nvPr/>
        </p:nvSpPr>
        <p:spPr>
          <a:xfrm>
            <a:off x="448697" y="1161011"/>
            <a:ext cx="7382651" cy="5093314"/>
          </a:xfrm>
          <a:custGeom>
            <a:avLst/>
            <a:gdLst/>
            <a:ahLst/>
            <a:cxnLst/>
            <a:rect l="0" t="0" r="0" b="0"/>
            <a:pathLst>
              <a:path w="7382651" h="5093314">
                <a:moveTo>
                  <a:pt x="5025" y="7117"/>
                </a:moveTo>
                <a:lnTo>
                  <a:pt x="920675" y="0"/>
                </a:lnTo>
                <a:lnTo>
                  <a:pt x="1858238" y="12847"/>
                </a:lnTo>
                <a:lnTo>
                  <a:pt x="2775684" y="140"/>
                </a:lnTo>
                <a:lnTo>
                  <a:pt x="3683443" y="14729"/>
                </a:lnTo>
                <a:lnTo>
                  <a:pt x="4605419" y="676"/>
                </a:lnTo>
                <a:lnTo>
                  <a:pt x="5540669" y="7267"/>
                </a:lnTo>
                <a:lnTo>
                  <a:pt x="6456142" y="7664"/>
                </a:lnTo>
                <a:lnTo>
                  <a:pt x="7368637" y="8381"/>
                </a:lnTo>
                <a:lnTo>
                  <a:pt x="7369379" y="642304"/>
                </a:lnTo>
                <a:lnTo>
                  <a:pt x="7382650" y="1283453"/>
                </a:lnTo>
                <a:lnTo>
                  <a:pt x="7373844" y="1917658"/>
                </a:lnTo>
                <a:lnTo>
                  <a:pt x="7377333" y="2543185"/>
                </a:lnTo>
                <a:lnTo>
                  <a:pt x="7373973" y="3173646"/>
                </a:lnTo>
                <a:lnTo>
                  <a:pt x="7367674" y="3811352"/>
                </a:lnTo>
                <a:lnTo>
                  <a:pt x="7374087" y="4450448"/>
                </a:lnTo>
                <a:lnTo>
                  <a:pt x="7374043" y="5088162"/>
                </a:lnTo>
                <a:lnTo>
                  <a:pt x="6447046" y="5084659"/>
                </a:lnTo>
                <a:lnTo>
                  <a:pt x="5525150" y="5084204"/>
                </a:lnTo>
                <a:lnTo>
                  <a:pt x="4610547" y="5086496"/>
                </a:lnTo>
                <a:lnTo>
                  <a:pt x="3692456" y="5093313"/>
                </a:lnTo>
                <a:lnTo>
                  <a:pt x="2761986" y="5084474"/>
                </a:lnTo>
                <a:lnTo>
                  <a:pt x="1844397" y="5079863"/>
                </a:lnTo>
                <a:lnTo>
                  <a:pt x="921590" y="5091802"/>
                </a:lnTo>
                <a:lnTo>
                  <a:pt x="13682" y="5090714"/>
                </a:lnTo>
                <a:lnTo>
                  <a:pt x="13557" y="4447577"/>
                </a:lnTo>
                <a:lnTo>
                  <a:pt x="17098" y="3809287"/>
                </a:lnTo>
                <a:lnTo>
                  <a:pt x="15058" y="3181737"/>
                </a:lnTo>
                <a:lnTo>
                  <a:pt x="0" y="2542432"/>
                </a:lnTo>
                <a:lnTo>
                  <a:pt x="7174" y="1915938"/>
                </a:lnTo>
                <a:lnTo>
                  <a:pt x="5600" y="1282172"/>
                </a:lnTo>
                <a:lnTo>
                  <a:pt x="16973" y="649257"/>
                </a:lnTo>
                <a:lnTo>
                  <a:pt x="7369" y="11386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50AD4DE-56DC-7A6E-9428-B2FD128B7726}"/>
              </a:ext>
            </a:extLst>
          </p:cNvPr>
          <p:cNvSpPr/>
          <p:nvPr/>
        </p:nvSpPr>
        <p:spPr>
          <a:xfrm>
            <a:off x="5617839" y="1216347"/>
            <a:ext cx="1166363" cy="4985304"/>
          </a:xfrm>
          <a:custGeom>
            <a:avLst/>
            <a:gdLst/>
            <a:ahLst/>
            <a:cxnLst/>
            <a:rect l="0" t="0" r="0" b="0"/>
            <a:pathLst>
              <a:path w="1166363" h="4985304">
                <a:moveTo>
                  <a:pt x="735929" y="0"/>
                </a:moveTo>
                <a:lnTo>
                  <a:pt x="618377" y="429265"/>
                </a:lnTo>
                <a:lnTo>
                  <a:pt x="510093" y="875323"/>
                </a:lnTo>
                <a:lnTo>
                  <a:pt x="391845" y="1304908"/>
                </a:lnTo>
                <a:lnTo>
                  <a:pt x="301418" y="1720528"/>
                </a:lnTo>
                <a:lnTo>
                  <a:pt x="593328" y="2177776"/>
                </a:lnTo>
                <a:lnTo>
                  <a:pt x="882317" y="2646546"/>
                </a:lnTo>
                <a:lnTo>
                  <a:pt x="1166362" y="3107292"/>
                </a:lnTo>
                <a:lnTo>
                  <a:pt x="872293" y="3569748"/>
                </a:lnTo>
                <a:lnTo>
                  <a:pt x="581697" y="4035034"/>
                </a:lnTo>
                <a:lnTo>
                  <a:pt x="287849" y="4509570"/>
                </a:lnTo>
                <a:lnTo>
                  <a:pt x="0" y="4985303"/>
                </a:lnTo>
              </a:path>
            </a:pathLst>
          </a:custGeom>
          <a:ln w="381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81331F-B9F6-F05A-4874-55B311762B33}"/>
              </a:ext>
            </a:extLst>
          </p:cNvPr>
          <p:cNvSpPr txBox="1"/>
          <p:nvPr/>
        </p:nvSpPr>
        <p:spPr>
          <a:xfrm>
            <a:off x="6644640" y="32004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Ink Free" panose="03080402000500000000" pitchFamily="66" charset="0"/>
              </a:rPr>
              <a:t>Indian Ocean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E31D49-7BEF-39F9-2539-C78B0B187CD7}"/>
              </a:ext>
            </a:extLst>
          </p:cNvPr>
          <p:cNvSpPr/>
          <p:nvPr/>
        </p:nvSpPr>
        <p:spPr>
          <a:xfrm>
            <a:off x="606261" y="2723183"/>
            <a:ext cx="4570356" cy="255402"/>
          </a:xfrm>
          <a:custGeom>
            <a:avLst/>
            <a:gdLst/>
            <a:ahLst/>
            <a:cxnLst/>
            <a:rect l="0" t="0" r="0" b="0"/>
            <a:pathLst>
              <a:path w="4570356" h="255402">
                <a:moveTo>
                  <a:pt x="0" y="128039"/>
                </a:moveTo>
                <a:lnTo>
                  <a:pt x="391453" y="238696"/>
                </a:lnTo>
                <a:lnTo>
                  <a:pt x="757120" y="229717"/>
                </a:lnTo>
                <a:lnTo>
                  <a:pt x="1151866" y="94356"/>
                </a:lnTo>
                <a:lnTo>
                  <a:pt x="1533263" y="0"/>
                </a:lnTo>
                <a:lnTo>
                  <a:pt x="1904858" y="35468"/>
                </a:lnTo>
                <a:lnTo>
                  <a:pt x="2284472" y="161247"/>
                </a:lnTo>
                <a:lnTo>
                  <a:pt x="2662229" y="255401"/>
                </a:lnTo>
                <a:lnTo>
                  <a:pt x="3039906" y="190594"/>
                </a:lnTo>
                <a:lnTo>
                  <a:pt x="3420960" y="68152"/>
                </a:lnTo>
                <a:lnTo>
                  <a:pt x="3811567" y="2141"/>
                </a:lnTo>
                <a:lnTo>
                  <a:pt x="4191769" y="71043"/>
                </a:lnTo>
                <a:lnTo>
                  <a:pt x="4570355" y="198996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8C0E9C2-9935-E992-9BFC-B4B18B9DDB76}"/>
              </a:ext>
            </a:extLst>
          </p:cNvPr>
          <p:cNvSpPr/>
          <p:nvPr/>
        </p:nvSpPr>
        <p:spPr>
          <a:xfrm>
            <a:off x="712191" y="4207770"/>
            <a:ext cx="4044017" cy="227246"/>
          </a:xfrm>
          <a:custGeom>
            <a:avLst/>
            <a:gdLst/>
            <a:ahLst/>
            <a:cxnLst/>
            <a:rect l="0" t="0" r="0" b="0"/>
            <a:pathLst>
              <a:path w="4044017" h="227246">
                <a:moveTo>
                  <a:pt x="0" y="111134"/>
                </a:moveTo>
                <a:lnTo>
                  <a:pt x="336809" y="206169"/>
                </a:lnTo>
                <a:lnTo>
                  <a:pt x="670747" y="197280"/>
                </a:lnTo>
                <a:lnTo>
                  <a:pt x="1015890" y="96217"/>
                </a:lnTo>
                <a:lnTo>
                  <a:pt x="1358266" y="3749"/>
                </a:lnTo>
                <a:lnTo>
                  <a:pt x="1695691" y="28581"/>
                </a:lnTo>
                <a:lnTo>
                  <a:pt x="2027498" y="139306"/>
                </a:lnTo>
                <a:lnTo>
                  <a:pt x="2357852" y="227245"/>
                </a:lnTo>
                <a:lnTo>
                  <a:pt x="2694676" y="170452"/>
                </a:lnTo>
                <a:lnTo>
                  <a:pt x="3030893" y="58185"/>
                </a:lnTo>
                <a:lnTo>
                  <a:pt x="3372123" y="0"/>
                </a:lnTo>
                <a:lnTo>
                  <a:pt x="3706968" y="57715"/>
                </a:lnTo>
                <a:lnTo>
                  <a:pt x="4044016" y="171922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45462B8-8D5B-6C62-6DA5-DCBAFA718893}"/>
              </a:ext>
            </a:extLst>
          </p:cNvPr>
          <p:cNvSpPr/>
          <p:nvPr/>
        </p:nvSpPr>
        <p:spPr>
          <a:xfrm>
            <a:off x="2441868" y="2902170"/>
            <a:ext cx="441532" cy="1314205"/>
          </a:xfrm>
          <a:custGeom>
            <a:avLst/>
            <a:gdLst/>
            <a:ahLst/>
            <a:cxnLst/>
            <a:rect l="0" t="0" r="0" b="0"/>
            <a:pathLst>
              <a:path w="441532" h="1314205">
                <a:moveTo>
                  <a:pt x="222497" y="0"/>
                </a:moveTo>
                <a:lnTo>
                  <a:pt x="107483" y="398761"/>
                </a:lnTo>
                <a:lnTo>
                  <a:pt x="0" y="799415"/>
                </a:lnTo>
                <a:lnTo>
                  <a:pt x="441531" y="1314204"/>
                </a:lnTo>
              </a:path>
            </a:pathLst>
          </a:custGeom>
          <a:ln w="190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6C7F9E-65CF-0AFB-C870-89F47C4EB921}"/>
              </a:ext>
            </a:extLst>
          </p:cNvPr>
          <p:cNvSpPr/>
          <p:nvPr/>
        </p:nvSpPr>
        <p:spPr>
          <a:xfrm>
            <a:off x="2020570" y="263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E1C8285-5EE6-27A4-E8E2-B5740A30CAAD}"/>
              </a:ext>
            </a:extLst>
          </p:cNvPr>
          <p:cNvSpPr/>
          <p:nvPr/>
        </p:nvSpPr>
        <p:spPr>
          <a:xfrm>
            <a:off x="2978150" y="23304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6F43ED0-F8C5-2310-D1AF-9B8D89E6D986}"/>
              </a:ext>
            </a:extLst>
          </p:cNvPr>
          <p:cNvSpPr/>
          <p:nvPr/>
        </p:nvSpPr>
        <p:spPr>
          <a:xfrm>
            <a:off x="3641090" y="32448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532BB3B-C0D3-C1B1-3BDD-01C3D77A5B3A}"/>
              </a:ext>
            </a:extLst>
          </p:cNvPr>
          <p:cNvSpPr/>
          <p:nvPr/>
        </p:nvSpPr>
        <p:spPr>
          <a:xfrm>
            <a:off x="2315210" y="4057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1A8D55E-1ABF-2917-ED05-48A953164268}"/>
              </a:ext>
            </a:extLst>
          </p:cNvPr>
          <p:cNvSpPr/>
          <p:nvPr/>
        </p:nvSpPr>
        <p:spPr>
          <a:xfrm>
            <a:off x="3346450" y="4565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AA354E2-C570-EC48-5E0C-F44C52584FE3}"/>
              </a:ext>
            </a:extLst>
          </p:cNvPr>
          <p:cNvSpPr/>
          <p:nvPr/>
        </p:nvSpPr>
        <p:spPr>
          <a:xfrm>
            <a:off x="4230370" y="390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AADF442-F4C5-32AE-AC71-23529636E23B}"/>
              </a:ext>
            </a:extLst>
          </p:cNvPr>
          <p:cNvSpPr/>
          <p:nvPr/>
        </p:nvSpPr>
        <p:spPr>
          <a:xfrm>
            <a:off x="4672330" y="2533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B070F6-70D6-D267-6C27-C53036E77A18}"/>
              </a:ext>
            </a:extLst>
          </p:cNvPr>
          <p:cNvSpPr/>
          <p:nvPr/>
        </p:nvSpPr>
        <p:spPr>
          <a:xfrm>
            <a:off x="1578610" y="3448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4D73734-FD9F-B9FE-C173-460774107109}"/>
              </a:ext>
            </a:extLst>
          </p:cNvPr>
          <p:cNvSpPr/>
          <p:nvPr/>
        </p:nvSpPr>
        <p:spPr>
          <a:xfrm>
            <a:off x="3935730" y="517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AF27401-4A39-F10B-A538-AE8D2F85BD92}"/>
              </a:ext>
            </a:extLst>
          </p:cNvPr>
          <p:cNvSpPr/>
          <p:nvPr/>
        </p:nvSpPr>
        <p:spPr>
          <a:xfrm>
            <a:off x="4966970" y="4464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9336D1F-5C1C-7831-BB78-173196AE1F16}"/>
              </a:ext>
            </a:extLst>
          </p:cNvPr>
          <p:cNvSpPr/>
          <p:nvPr/>
        </p:nvSpPr>
        <p:spPr>
          <a:xfrm>
            <a:off x="2609850" y="33464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433CD13-A95F-0A33-7543-9CBDCB28BFCA}"/>
              </a:ext>
            </a:extLst>
          </p:cNvPr>
          <p:cNvSpPr/>
          <p:nvPr/>
        </p:nvSpPr>
        <p:spPr>
          <a:xfrm>
            <a:off x="4451350" y="3143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ABF89F-C245-3569-9FC3-5FE849EB02BE}"/>
              </a:ext>
            </a:extLst>
          </p:cNvPr>
          <p:cNvSpPr txBox="1"/>
          <p:nvPr/>
        </p:nvSpPr>
        <p:spPr>
          <a:xfrm>
            <a:off x="635000" y="13208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222222"/>
                </a:solidFill>
                <a:latin typeface="Bahnschrift" panose="020B0502040204020203" pitchFamily="34" charset="0"/>
              </a:rPr>
              <a:t>eThekwini (Durban)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ED06F0F-C6CE-E4F8-A192-B533E30F0A95}"/>
              </a:ext>
            </a:extLst>
          </p:cNvPr>
          <p:cNvSpPr/>
          <p:nvPr/>
        </p:nvSpPr>
        <p:spPr>
          <a:xfrm>
            <a:off x="4832484" y="2054979"/>
            <a:ext cx="574320" cy="462301"/>
          </a:xfrm>
          <a:custGeom>
            <a:avLst/>
            <a:gdLst/>
            <a:ahLst/>
            <a:cxnLst/>
            <a:rect l="0" t="0" r="0" b="0"/>
            <a:pathLst>
              <a:path w="574320" h="462301">
                <a:moveTo>
                  <a:pt x="574319" y="0"/>
                </a:moveTo>
                <a:lnTo>
                  <a:pt x="0" y="462300"/>
                </a:lnTo>
              </a:path>
            </a:pathLst>
          </a:custGeom>
          <a:ln w="1270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D89436-78FE-263C-8144-C86AD8419E96}"/>
              </a:ext>
            </a:extLst>
          </p:cNvPr>
          <p:cNvSpPr txBox="1"/>
          <p:nvPr/>
        </p:nvSpPr>
        <p:spPr>
          <a:xfrm>
            <a:off x="4648200" y="18034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Ink Free" panose="03080402000500000000" pitchFamily="66" charset="0"/>
              </a:rPr>
              <a:t>relocation sites (TRAs / TEAs)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A8B14D-48F4-C502-A8B7-7095A86AB0DF}"/>
              </a:ext>
            </a:extLst>
          </p:cNvPr>
          <p:cNvSpPr txBox="1"/>
          <p:nvPr/>
        </p:nvSpPr>
        <p:spPr>
          <a:xfrm>
            <a:off x="635000" y="59182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black dot = relocation site</a:t>
            </a:r>
          </a:p>
        </p:txBody>
      </p:sp>
    </p:spTree>
    <p:extLst>
      <p:ext uri="{BB962C8B-B14F-4D97-AF65-F5344CB8AC3E}">
        <p14:creationId xmlns:p14="http://schemas.microsoft.com/office/powerpoint/2010/main" val="82576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AD332C-3F6C-BF4C-886E-D4D1DCD6B679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STATE 2 OF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7361E-E23F-DE69-B2DE-76EBF2DC56C1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Frame 2 — Add the flood 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1AEC3-E32B-F2A1-37D5-2BE3317085C1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FC8B9-0BFE-C64D-1F46-FE2578D722A4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55C1A-85CD-4E9E-B1D9-A21841EC7946}"/>
              </a:ext>
            </a:extLst>
          </p:cNvPr>
          <p:cNvSpPr txBox="1"/>
          <p:nvPr/>
        </p:nvSpPr>
        <p:spPr>
          <a:xfrm>
            <a:off x="8255000" y="1168400"/>
            <a:ext cx="342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CDCDCD"/>
                </a:solidFill>
                <a:latin typeface="Bahnschrift" panose="020B0502040204020203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91691-E85B-2070-57B1-E2D75180FED2}"/>
              </a:ext>
            </a:extLst>
          </p:cNvPr>
          <p:cNvSpPr txBox="1"/>
          <p:nvPr/>
        </p:nvSpPr>
        <p:spPr>
          <a:xfrm>
            <a:off x="8255000" y="1905000"/>
            <a:ext cx="342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Same map. Add the city's 1:100 floodline (1:50 not yet obtained).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44D12-1880-CF8D-CD51-81EFD502EC9F}"/>
              </a:ext>
            </a:extLst>
          </p:cNvPr>
          <p:cNvSpPr txBox="1"/>
          <p:nvPr/>
        </p:nvSpPr>
        <p:spPr>
          <a:xfrm>
            <a:off x="8255000" y="3327400"/>
            <a:ext cx="342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D10801-7B34-A18D-8637-48AC51C33531}"/>
              </a:ext>
            </a:extLst>
          </p:cNvPr>
          <p:cNvSpPr txBox="1"/>
          <p:nvPr/>
        </p:nvSpPr>
        <p:spPr>
          <a:xfrm>
            <a:off x="8255000" y="3530600"/>
            <a:ext cx="342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Ink Free" panose="03080402000500000000" pitchFamily="66" charset="0"/>
              </a:rPr>
              <a:t>Toggle the floodline layer. Relocation sites become visible against known flood risk.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52345-1DB2-70DB-621E-29F999BB7BAC}"/>
              </a:ext>
            </a:extLst>
          </p:cNvPr>
          <p:cNvSpPr txBox="1"/>
          <p:nvPr/>
        </p:nvSpPr>
        <p:spPr>
          <a:xfrm>
            <a:off x="8255000" y="48260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D0312D"/>
                </a:solidFill>
                <a:latin typeface="Ink Free" panose="03080402000500000000" pitchFamily="66" charset="0"/>
              </a:rPr>
              <a:t>Are these places actually safer?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32713D-C7DA-6D7B-6B16-13EC94E0B30E}"/>
              </a:ext>
            </a:extLst>
          </p:cNvPr>
          <p:cNvSpPr/>
          <p:nvPr/>
        </p:nvSpPr>
        <p:spPr>
          <a:xfrm>
            <a:off x="8077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36FD9C-3A9F-309B-44F0-93D5C4C8F15B}"/>
              </a:ext>
            </a:extLst>
          </p:cNvPr>
          <p:cNvSpPr/>
          <p:nvPr/>
        </p:nvSpPr>
        <p:spPr>
          <a:xfrm>
            <a:off x="8343900" y="63881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462C2B-095E-106E-80F8-5E453762DE15}"/>
              </a:ext>
            </a:extLst>
          </p:cNvPr>
          <p:cNvSpPr/>
          <p:nvPr/>
        </p:nvSpPr>
        <p:spPr>
          <a:xfrm>
            <a:off x="86360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EA7AA2-DAA2-2C4E-77BD-DB8A4651AEBF}"/>
              </a:ext>
            </a:extLst>
          </p:cNvPr>
          <p:cNvSpPr/>
          <p:nvPr/>
        </p:nvSpPr>
        <p:spPr>
          <a:xfrm>
            <a:off x="89154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1814297-FBF6-9FC8-8B51-D21AF3880789}"/>
              </a:ext>
            </a:extLst>
          </p:cNvPr>
          <p:cNvSpPr/>
          <p:nvPr/>
        </p:nvSpPr>
        <p:spPr>
          <a:xfrm>
            <a:off x="91948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CDA4D-5E9C-398F-2881-D50F8B71287F}"/>
              </a:ext>
            </a:extLst>
          </p:cNvPr>
          <p:cNvSpPr/>
          <p:nvPr/>
        </p:nvSpPr>
        <p:spPr>
          <a:xfrm>
            <a:off x="9474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A1E9DA-314D-8A0A-0597-783F0D65EBE6}"/>
              </a:ext>
            </a:extLst>
          </p:cNvPr>
          <p:cNvSpPr/>
          <p:nvPr/>
        </p:nvSpPr>
        <p:spPr>
          <a:xfrm>
            <a:off x="9753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26CC7A-D5DC-11F9-4427-09288172FFD3}"/>
              </a:ext>
            </a:extLst>
          </p:cNvPr>
          <p:cNvSpPr txBox="1"/>
          <p:nvPr/>
        </p:nvSpPr>
        <p:spPr>
          <a:xfrm>
            <a:off x="8128000" y="6578600"/>
            <a:ext cx="254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700">
                <a:solidFill>
                  <a:srgbClr val="8C8C8C"/>
                </a:solidFill>
                <a:latin typeface="Consolas" panose="020B0609020204030204" pitchFamily="49" charset="0"/>
              </a:rPr>
              <a:t>frame 1 2 3 4 5 6 7</a:t>
            </a:r>
            <a:endParaRPr lang="en-US" sz="70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0863C7-CFAB-B141-4E6D-A54A211BF507}"/>
              </a:ext>
            </a:extLst>
          </p:cNvPr>
          <p:cNvSpPr/>
          <p:nvPr/>
        </p:nvSpPr>
        <p:spPr>
          <a:xfrm>
            <a:off x="457200" y="1168400"/>
            <a:ext cx="7366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38685A-C298-6A78-E951-9022CE908B84}"/>
              </a:ext>
            </a:extLst>
          </p:cNvPr>
          <p:cNvSpPr/>
          <p:nvPr/>
        </p:nvSpPr>
        <p:spPr>
          <a:xfrm>
            <a:off x="448686" y="1163241"/>
            <a:ext cx="7382063" cy="5093058"/>
          </a:xfrm>
          <a:custGeom>
            <a:avLst/>
            <a:gdLst/>
            <a:ahLst/>
            <a:cxnLst/>
            <a:rect l="0" t="0" r="0" b="0"/>
            <a:pathLst>
              <a:path w="7382063" h="5093058">
                <a:moveTo>
                  <a:pt x="2158" y="0"/>
                </a:moveTo>
                <a:lnTo>
                  <a:pt x="937593" y="8128"/>
                </a:lnTo>
                <a:lnTo>
                  <a:pt x="1850729" y="7111"/>
                </a:lnTo>
                <a:lnTo>
                  <a:pt x="2779324" y="7477"/>
                </a:lnTo>
                <a:lnTo>
                  <a:pt x="3692802" y="13083"/>
                </a:lnTo>
                <a:lnTo>
                  <a:pt x="4611828" y="12550"/>
                </a:lnTo>
                <a:lnTo>
                  <a:pt x="5535998" y="4409"/>
                </a:lnTo>
                <a:lnTo>
                  <a:pt x="6457121" y="13904"/>
                </a:lnTo>
                <a:lnTo>
                  <a:pt x="7370435" y="11176"/>
                </a:lnTo>
                <a:lnTo>
                  <a:pt x="7371818" y="632493"/>
                </a:lnTo>
                <a:lnTo>
                  <a:pt x="7365966" y="1268605"/>
                </a:lnTo>
                <a:lnTo>
                  <a:pt x="7381474" y="1915169"/>
                </a:lnTo>
                <a:lnTo>
                  <a:pt x="7377726" y="2545752"/>
                </a:lnTo>
                <a:lnTo>
                  <a:pt x="7372602" y="3187285"/>
                </a:lnTo>
                <a:lnTo>
                  <a:pt x="7370030" y="3808949"/>
                </a:lnTo>
                <a:lnTo>
                  <a:pt x="7382062" y="4458318"/>
                </a:lnTo>
                <a:lnTo>
                  <a:pt x="7367455" y="5085445"/>
                </a:lnTo>
                <a:lnTo>
                  <a:pt x="6445037" y="5093057"/>
                </a:lnTo>
                <a:lnTo>
                  <a:pt x="5533809" y="5088309"/>
                </a:lnTo>
                <a:lnTo>
                  <a:pt x="4606457" y="5086746"/>
                </a:lnTo>
                <a:lnTo>
                  <a:pt x="3690799" y="5085858"/>
                </a:lnTo>
                <a:lnTo>
                  <a:pt x="2772784" y="5083051"/>
                </a:lnTo>
                <a:lnTo>
                  <a:pt x="1849225" y="5078306"/>
                </a:lnTo>
                <a:lnTo>
                  <a:pt x="933922" y="5089955"/>
                </a:lnTo>
                <a:lnTo>
                  <a:pt x="6096" y="5079960"/>
                </a:lnTo>
                <a:lnTo>
                  <a:pt x="3672" y="4448277"/>
                </a:lnTo>
                <a:lnTo>
                  <a:pt x="16710" y="3815901"/>
                </a:lnTo>
                <a:lnTo>
                  <a:pt x="11922" y="3171468"/>
                </a:lnTo>
                <a:lnTo>
                  <a:pt x="5284" y="2539588"/>
                </a:lnTo>
                <a:lnTo>
                  <a:pt x="17160" y="1901392"/>
                </a:lnTo>
                <a:lnTo>
                  <a:pt x="3488" y="1267703"/>
                </a:lnTo>
                <a:lnTo>
                  <a:pt x="6426" y="638766"/>
                </a:lnTo>
                <a:lnTo>
                  <a:pt x="0" y="5454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D95F04E-076E-53C8-9626-A2FD8F309273}"/>
              </a:ext>
            </a:extLst>
          </p:cNvPr>
          <p:cNvSpPr/>
          <p:nvPr/>
        </p:nvSpPr>
        <p:spPr>
          <a:xfrm>
            <a:off x="5621641" y="1210354"/>
            <a:ext cx="1177212" cy="4999897"/>
          </a:xfrm>
          <a:custGeom>
            <a:avLst/>
            <a:gdLst/>
            <a:ahLst/>
            <a:cxnLst/>
            <a:rect l="0" t="0" r="0" b="0"/>
            <a:pathLst>
              <a:path w="1177212" h="4999897">
                <a:moveTo>
                  <a:pt x="736303" y="0"/>
                </a:moveTo>
                <a:lnTo>
                  <a:pt x="616564" y="446858"/>
                </a:lnTo>
                <a:lnTo>
                  <a:pt x="506036" y="874819"/>
                </a:lnTo>
                <a:lnTo>
                  <a:pt x="401081" y="1310827"/>
                </a:lnTo>
                <a:lnTo>
                  <a:pt x="289170" y="1735537"/>
                </a:lnTo>
                <a:lnTo>
                  <a:pt x="581491" y="2193501"/>
                </a:lnTo>
                <a:lnTo>
                  <a:pt x="871263" y="2652126"/>
                </a:lnTo>
                <a:lnTo>
                  <a:pt x="1177211" y="3110764"/>
                </a:lnTo>
                <a:lnTo>
                  <a:pt x="876613" y="3565868"/>
                </a:lnTo>
                <a:lnTo>
                  <a:pt x="591785" y="4048218"/>
                </a:lnTo>
                <a:lnTo>
                  <a:pt x="299046" y="4518901"/>
                </a:lnTo>
                <a:lnTo>
                  <a:pt x="0" y="4999896"/>
                </a:lnTo>
              </a:path>
            </a:pathLst>
          </a:custGeom>
          <a:ln w="381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B80639-EE2E-F2E9-BAD5-CD05E3ABC1CE}"/>
              </a:ext>
            </a:extLst>
          </p:cNvPr>
          <p:cNvSpPr txBox="1"/>
          <p:nvPr/>
        </p:nvSpPr>
        <p:spPr>
          <a:xfrm>
            <a:off x="6644640" y="32004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Ink Free" panose="03080402000500000000" pitchFamily="66" charset="0"/>
              </a:rPr>
              <a:t>Indian Ocean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C312404-27CC-012F-3E4F-EAB9AEC1EBD2}"/>
              </a:ext>
            </a:extLst>
          </p:cNvPr>
          <p:cNvSpPr/>
          <p:nvPr/>
        </p:nvSpPr>
        <p:spPr>
          <a:xfrm>
            <a:off x="611998" y="2723675"/>
            <a:ext cx="4559485" cy="249181"/>
          </a:xfrm>
          <a:custGeom>
            <a:avLst/>
            <a:gdLst/>
            <a:ahLst/>
            <a:cxnLst/>
            <a:rect l="0" t="0" r="0" b="0"/>
            <a:pathLst>
              <a:path w="4559485" h="249181">
                <a:moveTo>
                  <a:pt x="0" y="118421"/>
                </a:moveTo>
                <a:lnTo>
                  <a:pt x="381815" y="227955"/>
                </a:lnTo>
                <a:lnTo>
                  <a:pt x="756316" y="221501"/>
                </a:lnTo>
                <a:lnTo>
                  <a:pt x="1132793" y="95223"/>
                </a:lnTo>
                <a:lnTo>
                  <a:pt x="1517247" y="8636"/>
                </a:lnTo>
                <a:lnTo>
                  <a:pt x="1896710" y="33622"/>
                </a:lnTo>
                <a:lnTo>
                  <a:pt x="2277654" y="162966"/>
                </a:lnTo>
                <a:lnTo>
                  <a:pt x="2666600" y="249180"/>
                </a:lnTo>
                <a:lnTo>
                  <a:pt x="3046579" y="189730"/>
                </a:lnTo>
                <a:lnTo>
                  <a:pt x="3431034" y="57526"/>
                </a:lnTo>
                <a:lnTo>
                  <a:pt x="3803243" y="0"/>
                </a:lnTo>
                <a:lnTo>
                  <a:pt x="4190813" y="62499"/>
                </a:lnTo>
                <a:lnTo>
                  <a:pt x="4559484" y="198120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73FE907-BF43-47D3-F1DC-B48C72F85FE8}"/>
              </a:ext>
            </a:extLst>
          </p:cNvPr>
          <p:cNvSpPr/>
          <p:nvPr/>
        </p:nvSpPr>
        <p:spPr>
          <a:xfrm>
            <a:off x="712036" y="4201404"/>
            <a:ext cx="4056205" cy="226227"/>
          </a:xfrm>
          <a:custGeom>
            <a:avLst/>
            <a:gdLst/>
            <a:ahLst/>
            <a:cxnLst/>
            <a:rect l="0" t="0" r="0" b="0"/>
            <a:pathLst>
              <a:path w="4056205" h="226227">
                <a:moveTo>
                  <a:pt x="0" y="113593"/>
                </a:moveTo>
                <a:lnTo>
                  <a:pt x="336746" y="218285"/>
                </a:lnTo>
                <a:lnTo>
                  <a:pt x="674737" y="204274"/>
                </a:lnTo>
                <a:lnTo>
                  <a:pt x="1008699" y="97625"/>
                </a:lnTo>
                <a:lnTo>
                  <a:pt x="1342334" y="0"/>
                </a:lnTo>
                <a:lnTo>
                  <a:pt x="1694875" y="35925"/>
                </a:lnTo>
                <a:lnTo>
                  <a:pt x="2022664" y="147061"/>
                </a:lnTo>
                <a:lnTo>
                  <a:pt x="2359055" y="226226"/>
                </a:lnTo>
                <a:lnTo>
                  <a:pt x="2693358" y="181301"/>
                </a:lnTo>
                <a:lnTo>
                  <a:pt x="3033150" y="57843"/>
                </a:lnTo>
                <a:lnTo>
                  <a:pt x="3371468" y="10248"/>
                </a:lnTo>
                <a:lnTo>
                  <a:pt x="3708660" y="61178"/>
                </a:lnTo>
                <a:lnTo>
                  <a:pt x="4056204" y="189909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33B43ED-45C0-E56E-A860-D36F300A9782}"/>
              </a:ext>
            </a:extLst>
          </p:cNvPr>
          <p:cNvSpPr/>
          <p:nvPr/>
        </p:nvSpPr>
        <p:spPr>
          <a:xfrm>
            <a:off x="2445983" y="2897318"/>
            <a:ext cx="448566" cy="1323310"/>
          </a:xfrm>
          <a:custGeom>
            <a:avLst/>
            <a:gdLst/>
            <a:ahLst/>
            <a:cxnLst/>
            <a:rect l="0" t="0" r="0" b="0"/>
            <a:pathLst>
              <a:path w="448566" h="1323310">
                <a:moveTo>
                  <a:pt x="222977" y="0"/>
                </a:moveTo>
                <a:lnTo>
                  <a:pt x="110598" y="409521"/>
                </a:lnTo>
                <a:lnTo>
                  <a:pt x="0" y="807588"/>
                </a:lnTo>
                <a:lnTo>
                  <a:pt x="448565" y="1323309"/>
                </a:lnTo>
              </a:path>
            </a:pathLst>
          </a:custGeom>
          <a:ln w="190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C558DE5-189B-D728-C142-7AB2153F0BEE}"/>
              </a:ext>
            </a:extLst>
          </p:cNvPr>
          <p:cNvSpPr/>
          <p:nvPr/>
        </p:nvSpPr>
        <p:spPr>
          <a:xfrm>
            <a:off x="1341120" y="2286000"/>
            <a:ext cx="2504441" cy="1016001"/>
          </a:xfrm>
          <a:custGeom>
            <a:avLst/>
            <a:gdLst/>
            <a:ahLst/>
            <a:cxnLst/>
            <a:rect l="0" t="0" r="0" b="0"/>
            <a:pathLst>
              <a:path w="2504441" h="1016001">
                <a:moveTo>
                  <a:pt x="0" y="406400"/>
                </a:moveTo>
                <a:lnTo>
                  <a:pt x="1325880" y="0"/>
                </a:lnTo>
                <a:lnTo>
                  <a:pt x="2504440" y="406400"/>
                </a:lnTo>
                <a:lnTo>
                  <a:pt x="1915160" y="1016000"/>
                </a:lnTo>
                <a:lnTo>
                  <a:pt x="441960" y="914400"/>
                </a:lnTo>
                <a:close/>
              </a:path>
            </a:pathLst>
          </a:custGeom>
          <a:solidFill>
            <a:srgbClr val="F4B6B6">
              <a:alpha val="75000"/>
            </a:srgbClr>
          </a:solidFill>
          <a:ln w="15240">
            <a:solidFill>
              <a:srgbClr val="D031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9132939-A6C3-3436-8B2D-ACD8A0C7A971}"/>
              </a:ext>
            </a:extLst>
          </p:cNvPr>
          <p:cNvSpPr/>
          <p:nvPr/>
        </p:nvSpPr>
        <p:spPr>
          <a:xfrm>
            <a:off x="2519680" y="3911600"/>
            <a:ext cx="2357121" cy="1016001"/>
          </a:xfrm>
          <a:custGeom>
            <a:avLst/>
            <a:gdLst/>
            <a:ahLst/>
            <a:cxnLst/>
            <a:rect l="0" t="0" r="0" b="0"/>
            <a:pathLst>
              <a:path w="2357121" h="1016001">
                <a:moveTo>
                  <a:pt x="0" y="203200"/>
                </a:moveTo>
                <a:lnTo>
                  <a:pt x="1325880" y="0"/>
                </a:lnTo>
                <a:lnTo>
                  <a:pt x="2357120" y="406400"/>
                </a:lnTo>
                <a:lnTo>
                  <a:pt x="1620520" y="1016000"/>
                </a:lnTo>
                <a:lnTo>
                  <a:pt x="294640" y="812800"/>
                </a:lnTo>
                <a:close/>
              </a:path>
            </a:pathLst>
          </a:custGeom>
          <a:solidFill>
            <a:srgbClr val="F4B6B6">
              <a:alpha val="75000"/>
            </a:srgbClr>
          </a:solidFill>
          <a:ln w="15240">
            <a:solidFill>
              <a:srgbClr val="D031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660D3DC-9DBA-6A92-B0A3-6D06B3DA2408}"/>
              </a:ext>
            </a:extLst>
          </p:cNvPr>
          <p:cNvSpPr/>
          <p:nvPr/>
        </p:nvSpPr>
        <p:spPr>
          <a:xfrm>
            <a:off x="2020570" y="263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35E51DF-5AC5-BD29-732F-A6A5DFC0269B}"/>
              </a:ext>
            </a:extLst>
          </p:cNvPr>
          <p:cNvSpPr/>
          <p:nvPr/>
        </p:nvSpPr>
        <p:spPr>
          <a:xfrm>
            <a:off x="2978150" y="23304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B635A3-2DE7-1192-0473-EBC25E8BDB4F}"/>
              </a:ext>
            </a:extLst>
          </p:cNvPr>
          <p:cNvSpPr/>
          <p:nvPr/>
        </p:nvSpPr>
        <p:spPr>
          <a:xfrm>
            <a:off x="3641090" y="32448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E883627-4DF6-843D-A514-57E2F733ABCF}"/>
              </a:ext>
            </a:extLst>
          </p:cNvPr>
          <p:cNvSpPr/>
          <p:nvPr/>
        </p:nvSpPr>
        <p:spPr>
          <a:xfrm>
            <a:off x="2315210" y="4057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A8A1366-C36A-CD38-F313-87991F839D9E}"/>
              </a:ext>
            </a:extLst>
          </p:cNvPr>
          <p:cNvSpPr/>
          <p:nvPr/>
        </p:nvSpPr>
        <p:spPr>
          <a:xfrm>
            <a:off x="3346450" y="4565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90CCCEB-C772-2AF1-1D1B-C5AB0AB69816}"/>
              </a:ext>
            </a:extLst>
          </p:cNvPr>
          <p:cNvSpPr/>
          <p:nvPr/>
        </p:nvSpPr>
        <p:spPr>
          <a:xfrm>
            <a:off x="4230370" y="390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C63535-7689-A10B-1160-50A44B79199C}"/>
              </a:ext>
            </a:extLst>
          </p:cNvPr>
          <p:cNvSpPr/>
          <p:nvPr/>
        </p:nvSpPr>
        <p:spPr>
          <a:xfrm>
            <a:off x="4672330" y="2533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F61A247-95CE-4E73-B49B-6F5A532BEF6E}"/>
              </a:ext>
            </a:extLst>
          </p:cNvPr>
          <p:cNvSpPr/>
          <p:nvPr/>
        </p:nvSpPr>
        <p:spPr>
          <a:xfrm>
            <a:off x="1578610" y="3448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7509199-A986-987D-8750-E31235667CED}"/>
              </a:ext>
            </a:extLst>
          </p:cNvPr>
          <p:cNvSpPr/>
          <p:nvPr/>
        </p:nvSpPr>
        <p:spPr>
          <a:xfrm>
            <a:off x="3935730" y="517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E2B72D2-F185-E6CE-2D67-32095C36A4D5}"/>
              </a:ext>
            </a:extLst>
          </p:cNvPr>
          <p:cNvSpPr/>
          <p:nvPr/>
        </p:nvSpPr>
        <p:spPr>
          <a:xfrm>
            <a:off x="4966970" y="4464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748E37F-7C13-D90B-BA9A-9C83C1917657}"/>
              </a:ext>
            </a:extLst>
          </p:cNvPr>
          <p:cNvSpPr/>
          <p:nvPr/>
        </p:nvSpPr>
        <p:spPr>
          <a:xfrm>
            <a:off x="2609850" y="33464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015983A-5E8C-B1C7-010E-DFF03795E54D}"/>
              </a:ext>
            </a:extLst>
          </p:cNvPr>
          <p:cNvSpPr/>
          <p:nvPr/>
        </p:nvSpPr>
        <p:spPr>
          <a:xfrm>
            <a:off x="4451350" y="3143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51169D-F8C8-CC09-9645-19C66072F18E}"/>
              </a:ext>
            </a:extLst>
          </p:cNvPr>
          <p:cNvSpPr/>
          <p:nvPr/>
        </p:nvSpPr>
        <p:spPr>
          <a:xfrm>
            <a:off x="609600" y="1320800"/>
            <a:ext cx="2413000" cy="812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536360D-7C3B-24BE-54AE-D43DE590B68C}"/>
              </a:ext>
            </a:extLst>
          </p:cNvPr>
          <p:cNvSpPr/>
          <p:nvPr/>
        </p:nvSpPr>
        <p:spPr>
          <a:xfrm>
            <a:off x="611786" y="1312804"/>
            <a:ext cx="2417722" cy="824756"/>
          </a:xfrm>
          <a:custGeom>
            <a:avLst/>
            <a:gdLst/>
            <a:ahLst/>
            <a:cxnLst/>
            <a:rect l="0" t="0" r="0" b="0"/>
            <a:pathLst>
              <a:path w="2417722" h="824756">
                <a:moveTo>
                  <a:pt x="3774" y="13585"/>
                </a:moveTo>
                <a:lnTo>
                  <a:pt x="483851" y="14566"/>
                </a:lnTo>
                <a:lnTo>
                  <a:pt x="961598" y="0"/>
                </a:lnTo>
                <a:lnTo>
                  <a:pt x="1441756" y="14584"/>
                </a:lnTo>
                <a:lnTo>
                  <a:pt x="1928226" y="11043"/>
                </a:lnTo>
                <a:lnTo>
                  <a:pt x="2414933" y="3205"/>
                </a:lnTo>
                <a:lnTo>
                  <a:pt x="2416410" y="417999"/>
                </a:lnTo>
                <a:lnTo>
                  <a:pt x="2417721" y="814885"/>
                </a:lnTo>
                <a:lnTo>
                  <a:pt x="1931034" y="820324"/>
                </a:lnTo>
                <a:lnTo>
                  <a:pt x="1439494" y="813231"/>
                </a:lnTo>
                <a:lnTo>
                  <a:pt x="959333" y="823045"/>
                </a:lnTo>
                <a:lnTo>
                  <a:pt x="472637" y="815636"/>
                </a:lnTo>
                <a:lnTo>
                  <a:pt x="1183" y="824755"/>
                </a:lnTo>
                <a:lnTo>
                  <a:pt x="0" y="418211"/>
                </a:lnTo>
                <a:lnTo>
                  <a:pt x="5744" y="4461"/>
                </a:lnTo>
              </a:path>
            </a:pathLst>
          </a:custGeom>
          <a:ln w="1270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BFE2B5-D2F8-E2C0-B2EA-D733388E4733}"/>
              </a:ext>
            </a:extLst>
          </p:cNvPr>
          <p:cNvSpPr txBox="1"/>
          <p:nvPr/>
        </p:nvSpPr>
        <p:spPr>
          <a:xfrm>
            <a:off x="736600" y="1397000"/>
            <a:ext cx="215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LAYERS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F2D1676-29AC-66B9-85C9-9209BD9EDC7F}"/>
              </a:ext>
            </a:extLst>
          </p:cNvPr>
          <p:cNvSpPr/>
          <p:nvPr/>
        </p:nvSpPr>
        <p:spPr>
          <a:xfrm>
            <a:off x="736600" y="1625600"/>
            <a:ext cx="330200" cy="152400"/>
          </a:xfrm>
          <a:prstGeom prst="round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371523C-1D03-734D-C49F-AEF85D157A58}"/>
              </a:ext>
            </a:extLst>
          </p:cNvPr>
          <p:cNvSpPr/>
          <p:nvPr/>
        </p:nvSpPr>
        <p:spPr>
          <a:xfrm>
            <a:off x="927100" y="1638300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B22FB1-FA7C-59BB-40E7-935E59A67F25}"/>
              </a:ext>
            </a:extLst>
          </p:cNvPr>
          <p:cNvSpPr txBox="1"/>
          <p:nvPr/>
        </p:nvSpPr>
        <p:spPr>
          <a:xfrm>
            <a:off x="1143000" y="16002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Ink Free" panose="03080402000500000000" pitchFamily="66" charset="0"/>
              </a:rPr>
              <a:t>1:100 floodline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19B5423-1F44-46B1-16FC-4E4CB5565F50}"/>
              </a:ext>
            </a:extLst>
          </p:cNvPr>
          <p:cNvSpPr/>
          <p:nvPr/>
        </p:nvSpPr>
        <p:spPr>
          <a:xfrm>
            <a:off x="736600" y="1854200"/>
            <a:ext cx="330200" cy="152400"/>
          </a:xfrm>
          <a:prstGeom prst="roundRect">
            <a:avLst/>
          </a:prstGeom>
          <a:solidFill>
            <a:srgbClr val="CDCD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B70F054-8515-A6DA-FB94-BB557963E366}"/>
              </a:ext>
            </a:extLst>
          </p:cNvPr>
          <p:cNvSpPr/>
          <p:nvPr/>
        </p:nvSpPr>
        <p:spPr>
          <a:xfrm>
            <a:off x="749300" y="1866900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75A9B8-C741-BDF1-1B3F-8C23894C2311}"/>
              </a:ext>
            </a:extLst>
          </p:cNvPr>
          <p:cNvSpPr txBox="1"/>
          <p:nvPr/>
        </p:nvSpPr>
        <p:spPr>
          <a:xfrm>
            <a:off x="1143000" y="18288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C8C8C"/>
                </a:solidFill>
                <a:latin typeface="Ink Free" panose="03080402000500000000" pitchFamily="66" charset="0"/>
              </a:rPr>
              <a:t>1:50 floodline (not yet)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307D174-9126-18D0-99B1-FF37461B4221}"/>
              </a:ext>
            </a:extLst>
          </p:cNvPr>
          <p:cNvSpPr/>
          <p:nvPr/>
        </p:nvSpPr>
        <p:spPr>
          <a:xfrm>
            <a:off x="3535401" y="4698125"/>
            <a:ext cx="2256962" cy="662951"/>
          </a:xfrm>
          <a:custGeom>
            <a:avLst/>
            <a:gdLst/>
            <a:ahLst/>
            <a:cxnLst/>
            <a:rect l="0" t="0" r="0" b="0"/>
            <a:pathLst>
              <a:path w="2256962" h="662951">
                <a:moveTo>
                  <a:pt x="2256961" y="662950"/>
                </a:moveTo>
                <a:lnTo>
                  <a:pt x="1804537" y="530589"/>
                </a:lnTo>
                <a:lnTo>
                  <a:pt x="1350222" y="397228"/>
                </a:lnTo>
                <a:lnTo>
                  <a:pt x="901122" y="262244"/>
                </a:lnTo>
                <a:lnTo>
                  <a:pt x="453246" y="129324"/>
                </a:lnTo>
                <a:lnTo>
                  <a:pt x="0" y="0"/>
                </a:lnTo>
              </a:path>
            </a:pathLst>
          </a:custGeom>
          <a:ln w="12700">
            <a:solidFill>
              <a:srgbClr val="D0312D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160048-2A93-75A7-B0E3-EBE2FFBD905A}"/>
              </a:ext>
            </a:extLst>
          </p:cNvPr>
          <p:cNvSpPr txBox="1"/>
          <p:nvPr/>
        </p:nvSpPr>
        <p:spPr>
          <a:xfrm>
            <a:off x="5029200" y="54356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0312D"/>
                </a:solidFill>
                <a:latin typeface="Ink Free" panose="03080402000500000000" pitchFamily="66" charset="0"/>
              </a:rPr>
              <a:t>sites light up where they touch the floodline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636001-447A-767E-A2E6-72FBD1518843}"/>
              </a:ext>
            </a:extLst>
          </p:cNvPr>
          <p:cNvSpPr txBox="1"/>
          <p:nvPr/>
        </p:nvSpPr>
        <p:spPr>
          <a:xfrm>
            <a:off x="635000" y="59182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hatched = eThekwini 1:100 floodplain (open data)</a:t>
            </a:r>
          </a:p>
        </p:txBody>
      </p:sp>
    </p:spTree>
    <p:extLst>
      <p:ext uri="{BB962C8B-B14F-4D97-AF65-F5344CB8AC3E}">
        <p14:creationId xmlns:p14="http://schemas.microsoft.com/office/powerpoint/2010/main" val="349840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2ACAA3-BB0D-A44E-9393-889DCCDF931E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STATE 3 OF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00BBA-8ED4-E2D8-FAF4-9FD4AD13D6DA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Frame 3 — Ground truth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B986-4F82-A4DB-BE4B-A05002FAE4EB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2B9DE-EA95-61F2-ED90-D6AD8CA4F23A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FA4D8-F7A0-D89D-B261-DE7A2E5A98C1}"/>
              </a:ext>
            </a:extLst>
          </p:cNvPr>
          <p:cNvSpPr txBox="1"/>
          <p:nvPr/>
        </p:nvSpPr>
        <p:spPr>
          <a:xfrm>
            <a:off x="8255000" y="1168400"/>
            <a:ext cx="342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CDCDCD"/>
                </a:solidFill>
                <a:latin typeface="Bahnschrift" panose="020B0502040204020203" pitchFamily="34" charset="0"/>
              </a:rPr>
              <a:t>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B353C-F4BE-2657-4DC3-229521E701B8}"/>
              </a:ext>
            </a:extLst>
          </p:cNvPr>
          <p:cNvSpPr txBox="1"/>
          <p:nvPr/>
        </p:nvSpPr>
        <p:spPr>
          <a:xfrm>
            <a:off x="8255000" y="1905000"/>
            <a:ext cx="3429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Some relocated communities experienced flooding again. Gwala St (Lamontville), Isipingo and Madamfana are documented Durban examples; nationally, 7 sites (30 of 84 searched).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9D486-53D1-DA72-F6DE-913A38F6C5E8}"/>
              </a:ext>
            </a:extLst>
          </p:cNvPr>
          <p:cNvSpPr txBox="1"/>
          <p:nvPr/>
        </p:nvSpPr>
        <p:spPr>
          <a:xfrm>
            <a:off x="8255000" y="3327400"/>
            <a:ext cx="342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9B8A8-CBDF-EFAB-C1AD-4EBE2803F6FC}"/>
              </a:ext>
            </a:extLst>
          </p:cNvPr>
          <p:cNvSpPr txBox="1"/>
          <p:nvPr/>
        </p:nvSpPr>
        <p:spPr>
          <a:xfrm>
            <a:off x="8255000" y="3530600"/>
            <a:ext cx="342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Ink Free" panose="03080402000500000000" pitchFamily="66" charset="0"/>
              </a:rPr>
              <a:t>Zoom into a site: photographs, testimony and the flood incidents open in a side panel.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54676C-0041-926F-836D-ABBAA92E8A4E}"/>
              </a:ext>
            </a:extLst>
          </p:cNvPr>
          <p:cNvSpPr/>
          <p:nvPr/>
        </p:nvSpPr>
        <p:spPr>
          <a:xfrm>
            <a:off x="8077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8A6AF01-BB18-0344-88AC-9725C4E3E3F8}"/>
              </a:ext>
            </a:extLst>
          </p:cNvPr>
          <p:cNvSpPr/>
          <p:nvPr/>
        </p:nvSpPr>
        <p:spPr>
          <a:xfrm>
            <a:off x="8356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91587C-DA5C-3B15-9122-3C6557DB2E2B}"/>
              </a:ext>
            </a:extLst>
          </p:cNvPr>
          <p:cNvSpPr/>
          <p:nvPr/>
        </p:nvSpPr>
        <p:spPr>
          <a:xfrm>
            <a:off x="8623300" y="63881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B72000-DADC-1EE3-77E7-E84630C7E340}"/>
              </a:ext>
            </a:extLst>
          </p:cNvPr>
          <p:cNvSpPr/>
          <p:nvPr/>
        </p:nvSpPr>
        <p:spPr>
          <a:xfrm>
            <a:off x="89154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EADBCE7-89E1-6C92-BEC1-1C660EC6A7BC}"/>
              </a:ext>
            </a:extLst>
          </p:cNvPr>
          <p:cNvSpPr/>
          <p:nvPr/>
        </p:nvSpPr>
        <p:spPr>
          <a:xfrm>
            <a:off x="91948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D53F1B-61E3-BE0D-953E-8D4C7CEBDD5F}"/>
              </a:ext>
            </a:extLst>
          </p:cNvPr>
          <p:cNvSpPr/>
          <p:nvPr/>
        </p:nvSpPr>
        <p:spPr>
          <a:xfrm>
            <a:off x="9474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1CFCBAE-26BF-620D-7DFD-8F1F76524F6E}"/>
              </a:ext>
            </a:extLst>
          </p:cNvPr>
          <p:cNvSpPr/>
          <p:nvPr/>
        </p:nvSpPr>
        <p:spPr>
          <a:xfrm>
            <a:off x="9753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CBF74-B5D9-2E71-EA28-48764FC729B1}"/>
              </a:ext>
            </a:extLst>
          </p:cNvPr>
          <p:cNvSpPr txBox="1"/>
          <p:nvPr/>
        </p:nvSpPr>
        <p:spPr>
          <a:xfrm>
            <a:off x="8128000" y="6578600"/>
            <a:ext cx="254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700">
                <a:solidFill>
                  <a:srgbClr val="8C8C8C"/>
                </a:solidFill>
                <a:latin typeface="Consolas" panose="020B0609020204030204" pitchFamily="49" charset="0"/>
              </a:rPr>
              <a:t>frame 1 2 3 4 5 6 7</a:t>
            </a:r>
            <a:endParaRPr lang="en-US" sz="70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08814C-9631-854F-63DC-C04190BD9B9A}"/>
              </a:ext>
            </a:extLst>
          </p:cNvPr>
          <p:cNvSpPr/>
          <p:nvPr/>
        </p:nvSpPr>
        <p:spPr>
          <a:xfrm>
            <a:off x="457200" y="1168400"/>
            <a:ext cx="3175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521DBDB-7677-1528-B0A5-54B76DB3E313}"/>
              </a:ext>
            </a:extLst>
          </p:cNvPr>
          <p:cNvSpPr/>
          <p:nvPr/>
        </p:nvSpPr>
        <p:spPr>
          <a:xfrm>
            <a:off x="450091" y="1159939"/>
            <a:ext cx="3189658" cy="5096316"/>
          </a:xfrm>
          <a:custGeom>
            <a:avLst/>
            <a:gdLst/>
            <a:ahLst/>
            <a:cxnLst/>
            <a:rect l="0" t="0" r="0" b="0"/>
            <a:pathLst>
              <a:path w="3189658" h="5096316">
                <a:moveTo>
                  <a:pt x="5627" y="10388"/>
                </a:moveTo>
                <a:lnTo>
                  <a:pt x="537292" y="9718"/>
                </a:lnTo>
                <a:lnTo>
                  <a:pt x="1074000" y="16034"/>
                </a:lnTo>
                <a:lnTo>
                  <a:pt x="1598596" y="5565"/>
                </a:lnTo>
                <a:lnTo>
                  <a:pt x="2117711" y="0"/>
                </a:lnTo>
                <a:lnTo>
                  <a:pt x="2646095" y="14799"/>
                </a:lnTo>
                <a:lnTo>
                  <a:pt x="3181832" y="3282"/>
                </a:lnTo>
                <a:lnTo>
                  <a:pt x="3186585" y="643168"/>
                </a:lnTo>
                <a:lnTo>
                  <a:pt x="3176420" y="1281976"/>
                </a:lnTo>
                <a:lnTo>
                  <a:pt x="3180817" y="1914678"/>
                </a:lnTo>
                <a:lnTo>
                  <a:pt x="3189657" y="2543118"/>
                </a:lnTo>
                <a:lnTo>
                  <a:pt x="3174639" y="3176346"/>
                </a:lnTo>
                <a:lnTo>
                  <a:pt x="3185006" y="3813215"/>
                </a:lnTo>
                <a:lnTo>
                  <a:pt x="3178694" y="4451320"/>
                </a:lnTo>
                <a:lnTo>
                  <a:pt x="3182731" y="5086300"/>
                </a:lnTo>
                <a:lnTo>
                  <a:pt x="2653061" y="5096315"/>
                </a:lnTo>
                <a:lnTo>
                  <a:pt x="2118379" y="5094894"/>
                </a:lnTo>
                <a:lnTo>
                  <a:pt x="1589450" y="5087647"/>
                </a:lnTo>
                <a:lnTo>
                  <a:pt x="1068156" y="5081683"/>
                </a:lnTo>
                <a:lnTo>
                  <a:pt x="540567" y="5091964"/>
                </a:lnTo>
                <a:lnTo>
                  <a:pt x="15826" y="5090397"/>
                </a:lnTo>
                <a:lnTo>
                  <a:pt x="748" y="4454659"/>
                </a:lnTo>
                <a:lnTo>
                  <a:pt x="7411" y="3822215"/>
                </a:lnTo>
                <a:lnTo>
                  <a:pt x="447" y="3177878"/>
                </a:lnTo>
                <a:lnTo>
                  <a:pt x="11680" y="2542220"/>
                </a:lnTo>
                <a:lnTo>
                  <a:pt x="0" y="1909354"/>
                </a:lnTo>
                <a:lnTo>
                  <a:pt x="12207" y="1275076"/>
                </a:lnTo>
                <a:lnTo>
                  <a:pt x="7226" y="638432"/>
                </a:lnTo>
                <a:lnTo>
                  <a:pt x="7615" y="7703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6924276-E3D6-8B71-88AE-0493877EFF6B}"/>
              </a:ext>
            </a:extLst>
          </p:cNvPr>
          <p:cNvSpPr/>
          <p:nvPr/>
        </p:nvSpPr>
        <p:spPr>
          <a:xfrm>
            <a:off x="2681803" y="1226220"/>
            <a:ext cx="514303" cy="4982857"/>
          </a:xfrm>
          <a:custGeom>
            <a:avLst/>
            <a:gdLst/>
            <a:ahLst/>
            <a:cxnLst/>
            <a:rect l="0" t="0" r="0" b="0"/>
            <a:pathLst>
              <a:path w="514303" h="4982857">
                <a:moveTo>
                  <a:pt x="325754" y="0"/>
                </a:moveTo>
                <a:lnTo>
                  <a:pt x="254894" y="564767"/>
                </a:lnTo>
                <a:lnTo>
                  <a:pt x="196070" y="1151571"/>
                </a:lnTo>
                <a:lnTo>
                  <a:pt x="125340" y="1711877"/>
                </a:lnTo>
                <a:lnTo>
                  <a:pt x="255961" y="2180494"/>
                </a:lnTo>
                <a:lnTo>
                  <a:pt x="391568" y="2629437"/>
                </a:lnTo>
                <a:lnTo>
                  <a:pt x="514302" y="3080636"/>
                </a:lnTo>
                <a:lnTo>
                  <a:pt x="390489" y="3567530"/>
                </a:lnTo>
                <a:lnTo>
                  <a:pt x="253882" y="4026897"/>
                </a:lnTo>
                <a:lnTo>
                  <a:pt x="113652" y="4501797"/>
                </a:lnTo>
                <a:lnTo>
                  <a:pt x="0" y="4982856"/>
                </a:lnTo>
              </a:path>
            </a:pathLst>
          </a:custGeom>
          <a:ln w="381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91B72B-FFD2-E2E8-A69C-1D33537B07D7}"/>
              </a:ext>
            </a:extLst>
          </p:cNvPr>
          <p:cNvSpPr txBox="1"/>
          <p:nvPr/>
        </p:nvSpPr>
        <p:spPr>
          <a:xfrm>
            <a:off x="3124200" y="32004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Ink Free" panose="03080402000500000000" pitchFamily="66" charset="0"/>
              </a:rPr>
              <a:t>Indian Ocean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A808451-C33F-7D81-6641-F505AB355B8C}"/>
              </a:ext>
            </a:extLst>
          </p:cNvPr>
          <p:cNvSpPr/>
          <p:nvPr/>
        </p:nvSpPr>
        <p:spPr>
          <a:xfrm>
            <a:off x="601591" y="2717853"/>
            <a:ext cx="1973044" cy="255220"/>
          </a:xfrm>
          <a:custGeom>
            <a:avLst/>
            <a:gdLst/>
            <a:ahLst/>
            <a:cxnLst/>
            <a:rect l="0" t="0" r="0" b="0"/>
            <a:pathLst>
              <a:path w="1973044" h="255220">
                <a:moveTo>
                  <a:pt x="0" y="119744"/>
                </a:moveTo>
                <a:lnTo>
                  <a:pt x="174385" y="237959"/>
                </a:lnTo>
                <a:lnTo>
                  <a:pt x="331868" y="224629"/>
                </a:lnTo>
                <a:lnTo>
                  <a:pt x="493562" y="114283"/>
                </a:lnTo>
                <a:lnTo>
                  <a:pt x="661418" y="15480"/>
                </a:lnTo>
                <a:lnTo>
                  <a:pt x="836328" y="31538"/>
                </a:lnTo>
                <a:lnTo>
                  <a:pt x="986754" y="175370"/>
                </a:lnTo>
                <a:lnTo>
                  <a:pt x="1148281" y="255219"/>
                </a:lnTo>
                <a:lnTo>
                  <a:pt x="1326187" y="198598"/>
                </a:lnTo>
                <a:lnTo>
                  <a:pt x="1475811" y="65865"/>
                </a:lnTo>
                <a:lnTo>
                  <a:pt x="1639875" y="0"/>
                </a:lnTo>
                <a:lnTo>
                  <a:pt x="1806508" y="69072"/>
                </a:lnTo>
                <a:lnTo>
                  <a:pt x="1973043" y="193356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4C04255-B2AF-C52A-F6C3-ED39A56B953A}"/>
              </a:ext>
            </a:extLst>
          </p:cNvPr>
          <p:cNvSpPr/>
          <p:nvPr/>
        </p:nvSpPr>
        <p:spPr>
          <a:xfrm>
            <a:off x="707631" y="4209157"/>
            <a:ext cx="1749988" cy="226995"/>
          </a:xfrm>
          <a:custGeom>
            <a:avLst/>
            <a:gdLst/>
            <a:ahLst/>
            <a:cxnLst/>
            <a:rect l="0" t="0" r="0" b="0"/>
            <a:pathLst>
              <a:path w="1749988" h="226995">
                <a:moveTo>
                  <a:pt x="0" y="100393"/>
                </a:moveTo>
                <a:lnTo>
                  <a:pt x="153499" y="204821"/>
                </a:lnTo>
                <a:lnTo>
                  <a:pt x="288131" y="192033"/>
                </a:lnTo>
                <a:lnTo>
                  <a:pt x="447267" y="99499"/>
                </a:lnTo>
                <a:lnTo>
                  <a:pt x="589401" y="0"/>
                </a:lnTo>
                <a:lnTo>
                  <a:pt x="735404" y="26601"/>
                </a:lnTo>
                <a:lnTo>
                  <a:pt x="876737" y="140256"/>
                </a:lnTo>
                <a:lnTo>
                  <a:pt x="1013035" y="226994"/>
                </a:lnTo>
                <a:lnTo>
                  <a:pt x="1163304" y="166291"/>
                </a:lnTo>
                <a:lnTo>
                  <a:pt x="1310813" y="59131"/>
                </a:lnTo>
                <a:lnTo>
                  <a:pt x="1465450" y="3905"/>
                </a:lnTo>
                <a:lnTo>
                  <a:pt x="1607180" y="65687"/>
                </a:lnTo>
                <a:lnTo>
                  <a:pt x="1749987" y="180242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96F56BD-2B95-BE7E-4D69-3257225D32D6}"/>
              </a:ext>
            </a:extLst>
          </p:cNvPr>
          <p:cNvSpPr/>
          <p:nvPr/>
        </p:nvSpPr>
        <p:spPr>
          <a:xfrm>
            <a:off x="1321076" y="2891622"/>
            <a:ext cx="177291" cy="1320807"/>
          </a:xfrm>
          <a:custGeom>
            <a:avLst/>
            <a:gdLst/>
            <a:ahLst/>
            <a:cxnLst/>
            <a:rect l="0" t="0" r="0" b="0"/>
            <a:pathLst>
              <a:path w="177291" h="1320807">
                <a:moveTo>
                  <a:pt x="88053" y="0"/>
                </a:moveTo>
                <a:lnTo>
                  <a:pt x="47105" y="411550"/>
                </a:lnTo>
                <a:lnTo>
                  <a:pt x="0" y="811641"/>
                </a:lnTo>
                <a:lnTo>
                  <a:pt x="177290" y="1320806"/>
                </a:lnTo>
              </a:path>
            </a:pathLst>
          </a:custGeom>
          <a:ln w="190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7471DCD-C104-7158-C800-211D3415175C}"/>
              </a:ext>
            </a:extLst>
          </p:cNvPr>
          <p:cNvSpPr/>
          <p:nvPr/>
        </p:nvSpPr>
        <p:spPr>
          <a:xfrm>
            <a:off x="838200" y="2286000"/>
            <a:ext cx="1079501" cy="1016001"/>
          </a:xfrm>
          <a:custGeom>
            <a:avLst/>
            <a:gdLst/>
            <a:ahLst/>
            <a:cxnLst/>
            <a:rect l="0" t="0" r="0" b="0"/>
            <a:pathLst>
              <a:path w="1079501" h="1016001">
                <a:moveTo>
                  <a:pt x="0" y="406400"/>
                </a:moveTo>
                <a:lnTo>
                  <a:pt x="571500" y="0"/>
                </a:lnTo>
                <a:lnTo>
                  <a:pt x="1079500" y="406400"/>
                </a:lnTo>
                <a:lnTo>
                  <a:pt x="825500" y="1016000"/>
                </a:lnTo>
                <a:lnTo>
                  <a:pt x="190500" y="914400"/>
                </a:lnTo>
                <a:close/>
              </a:path>
            </a:pathLst>
          </a:custGeom>
          <a:solidFill>
            <a:srgbClr val="F4B6B6">
              <a:alpha val="75000"/>
            </a:srgbClr>
          </a:solidFill>
          <a:ln w="15240">
            <a:solidFill>
              <a:srgbClr val="D031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7A961B9-5734-BF6F-3E88-67E2604362D6}"/>
              </a:ext>
            </a:extLst>
          </p:cNvPr>
          <p:cNvSpPr/>
          <p:nvPr/>
        </p:nvSpPr>
        <p:spPr>
          <a:xfrm>
            <a:off x="1346200" y="3911600"/>
            <a:ext cx="1016001" cy="1016001"/>
          </a:xfrm>
          <a:custGeom>
            <a:avLst/>
            <a:gdLst/>
            <a:ahLst/>
            <a:cxnLst/>
            <a:rect l="0" t="0" r="0" b="0"/>
            <a:pathLst>
              <a:path w="1016001" h="1016001">
                <a:moveTo>
                  <a:pt x="0" y="203200"/>
                </a:moveTo>
                <a:lnTo>
                  <a:pt x="571500" y="0"/>
                </a:lnTo>
                <a:lnTo>
                  <a:pt x="1016000" y="406400"/>
                </a:lnTo>
                <a:lnTo>
                  <a:pt x="698500" y="1016000"/>
                </a:lnTo>
                <a:lnTo>
                  <a:pt x="127000" y="812800"/>
                </a:lnTo>
                <a:close/>
              </a:path>
            </a:pathLst>
          </a:custGeom>
          <a:solidFill>
            <a:srgbClr val="F4B6B6">
              <a:alpha val="75000"/>
            </a:srgbClr>
          </a:solidFill>
          <a:ln w="15240">
            <a:solidFill>
              <a:srgbClr val="D031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06D260-A9C3-1D7B-7915-3A57A6FBD195}"/>
              </a:ext>
            </a:extLst>
          </p:cNvPr>
          <p:cNvSpPr/>
          <p:nvPr/>
        </p:nvSpPr>
        <p:spPr>
          <a:xfrm>
            <a:off x="990600" y="2527300"/>
            <a:ext cx="330200" cy="330200"/>
          </a:xfrm>
          <a:prstGeom prst="ellipse">
            <a:avLst/>
          </a:prstGeom>
          <a:noFill/>
          <a:ln w="15240" cap="flat" cmpd="sng" algn="ctr">
            <a:solidFill>
              <a:srgbClr val="D03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F67B1C-287B-69D0-61D1-35D95F687436}"/>
              </a:ext>
            </a:extLst>
          </p:cNvPr>
          <p:cNvSpPr/>
          <p:nvPr/>
        </p:nvSpPr>
        <p:spPr>
          <a:xfrm>
            <a:off x="1079500" y="2616200"/>
            <a:ext cx="152400" cy="1524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E7EEFA-7C60-B48E-F470-9A947FFFA60C}"/>
              </a:ext>
            </a:extLst>
          </p:cNvPr>
          <p:cNvSpPr/>
          <p:nvPr/>
        </p:nvSpPr>
        <p:spPr>
          <a:xfrm>
            <a:off x="1403350" y="2222500"/>
            <a:ext cx="330200" cy="330200"/>
          </a:xfrm>
          <a:prstGeom prst="ellipse">
            <a:avLst/>
          </a:prstGeom>
          <a:noFill/>
          <a:ln w="15240" cap="flat" cmpd="sng" algn="ctr">
            <a:solidFill>
              <a:srgbClr val="D03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F0CA315-9EFD-122A-D161-FE9A47FBB283}"/>
              </a:ext>
            </a:extLst>
          </p:cNvPr>
          <p:cNvSpPr/>
          <p:nvPr/>
        </p:nvSpPr>
        <p:spPr>
          <a:xfrm>
            <a:off x="1492250" y="2311400"/>
            <a:ext cx="152400" cy="1524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3CD4DA0-9342-B86E-68A0-968F6F063926}"/>
              </a:ext>
            </a:extLst>
          </p:cNvPr>
          <p:cNvSpPr/>
          <p:nvPr/>
        </p:nvSpPr>
        <p:spPr>
          <a:xfrm>
            <a:off x="1689100" y="3136900"/>
            <a:ext cx="330200" cy="330200"/>
          </a:xfrm>
          <a:prstGeom prst="ellipse">
            <a:avLst/>
          </a:prstGeom>
          <a:noFill/>
          <a:ln w="15240" cap="flat" cmpd="sng" algn="ctr">
            <a:solidFill>
              <a:srgbClr val="D03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76CED5D-8862-0CE7-65EE-2E12D386734C}"/>
              </a:ext>
            </a:extLst>
          </p:cNvPr>
          <p:cNvSpPr/>
          <p:nvPr/>
        </p:nvSpPr>
        <p:spPr>
          <a:xfrm>
            <a:off x="1778000" y="3225800"/>
            <a:ext cx="152400" cy="1524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2C487BA-9CB7-FEC9-2D37-2F0570E5D5A0}"/>
              </a:ext>
            </a:extLst>
          </p:cNvPr>
          <p:cNvSpPr/>
          <p:nvPr/>
        </p:nvSpPr>
        <p:spPr>
          <a:xfrm>
            <a:off x="1225550" y="4057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D91954B-4326-9D50-74D2-FE58453B8852}"/>
              </a:ext>
            </a:extLst>
          </p:cNvPr>
          <p:cNvSpPr/>
          <p:nvPr/>
        </p:nvSpPr>
        <p:spPr>
          <a:xfrm>
            <a:off x="1670050" y="4565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D5F5776-E1CE-334E-C0B6-2A7742E9118C}"/>
              </a:ext>
            </a:extLst>
          </p:cNvPr>
          <p:cNvSpPr/>
          <p:nvPr/>
        </p:nvSpPr>
        <p:spPr>
          <a:xfrm>
            <a:off x="2051050" y="390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B6B29C9-5BB0-3767-DAAC-854BE469891A}"/>
              </a:ext>
            </a:extLst>
          </p:cNvPr>
          <p:cNvSpPr/>
          <p:nvPr/>
        </p:nvSpPr>
        <p:spPr>
          <a:xfrm>
            <a:off x="2241550" y="2533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631E71-6CD2-B525-02C0-43AE8E2C7B4C}"/>
              </a:ext>
            </a:extLst>
          </p:cNvPr>
          <p:cNvSpPr/>
          <p:nvPr/>
        </p:nvSpPr>
        <p:spPr>
          <a:xfrm>
            <a:off x="908050" y="3448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F2B6076-336B-0600-02E5-48BF84886730}"/>
              </a:ext>
            </a:extLst>
          </p:cNvPr>
          <p:cNvSpPr/>
          <p:nvPr/>
        </p:nvSpPr>
        <p:spPr>
          <a:xfrm>
            <a:off x="1924050" y="517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D4A471-D1B8-5D74-A463-EFF32A7277F2}"/>
              </a:ext>
            </a:extLst>
          </p:cNvPr>
          <p:cNvSpPr/>
          <p:nvPr/>
        </p:nvSpPr>
        <p:spPr>
          <a:xfrm>
            <a:off x="2368550" y="4464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ACFEC8B-4C41-C9AE-67C9-E9F2F824EA18}"/>
              </a:ext>
            </a:extLst>
          </p:cNvPr>
          <p:cNvSpPr/>
          <p:nvPr/>
        </p:nvSpPr>
        <p:spPr>
          <a:xfrm>
            <a:off x="1352550" y="33464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663620-2DBD-978D-3F4A-C23ED91D0E61}"/>
              </a:ext>
            </a:extLst>
          </p:cNvPr>
          <p:cNvSpPr/>
          <p:nvPr/>
        </p:nvSpPr>
        <p:spPr>
          <a:xfrm>
            <a:off x="2146300" y="3143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A64A893-B0DA-9291-F527-70026718BA05}"/>
              </a:ext>
            </a:extLst>
          </p:cNvPr>
          <p:cNvSpPr/>
          <p:nvPr/>
        </p:nvSpPr>
        <p:spPr>
          <a:xfrm>
            <a:off x="825500" y="2362200"/>
            <a:ext cx="660400" cy="660400"/>
          </a:xfrm>
          <a:prstGeom prst="ellipse">
            <a:avLst/>
          </a:prstGeom>
          <a:noFill/>
          <a:ln w="19050" cap="flat" cmpd="sng" algn="ctr">
            <a:solidFill>
              <a:srgbClr val="22222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0E386B6-4268-1A28-FCC7-9EFAFF0F29A7}"/>
              </a:ext>
            </a:extLst>
          </p:cNvPr>
          <p:cNvSpPr/>
          <p:nvPr/>
        </p:nvSpPr>
        <p:spPr>
          <a:xfrm>
            <a:off x="1425099" y="2564706"/>
            <a:ext cx="2717791" cy="353746"/>
          </a:xfrm>
          <a:custGeom>
            <a:avLst/>
            <a:gdLst/>
            <a:ahLst/>
            <a:cxnLst/>
            <a:rect l="0" t="0" r="0" b="0"/>
            <a:pathLst>
              <a:path w="2717791" h="353746">
                <a:moveTo>
                  <a:pt x="0" y="353745"/>
                </a:moveTo>
                <a:lnTo>
                  <a:pt x="538673" y="283042"/>
                </a:lnTo>
                <a:lnTo>
                  <a:pt x="1086535" y="216656"/>
                </a:lnTo>
                <a:lnTo>
                  <a:pt x="1626843" y="141379"/>
                </a:lnTo>
                <a:lnTo>
                  <a:pt x="2170069" y="72341"/>
                </a:lnTo>
                <a:lnTo>
                  <a:pt x="2717790" y="0"/>
                </a:lnTo>
              </a:path>
            </a:pathLst>
          </a:custGeom>
          <a:ln w="12700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FDD06B0-82E6-9B34-36DE-510D50EB12A9}"/>
              </a:ext>
            </a:extLst>
          </p:cNvPr>
          <p:cNvSpPr/>
          <p:nvPr/>
        </p:nvSpPr>
        <p:spPr>
          <a:xfrm>
            <a:off x="1424683" y="3202116"/>
            <a:ext cx="2716675" cy="1649059"/>
          </a:xfrm>
          <a:custGeom>
            <a:avLst/>
            <a:gdLst/>
            <a:ahLst/>
            <a:cxnLst/>
            <a:rect l="0" t="0" r="0" b="0"/>
            <a:pathLst>
              <a:path w="2716675" h="1649059">
                <a:moveTo>
                  <a:pt x="0" y="0"/>
                </a:moveTo>
                <a:lnTo>
                  <a:pt x="449577" y="272041"/>
                </a:lnTo>
                <a:lnTo>
                  <a:pt x="901970" y="546592"/>
                </a:lnTo>
                <a:lnTo>
                  <a:pt x="1354000" y="824942"/>
                </a:lnTo>
                <a:lnTo>
                  <a:pt x="1807607" y="1097816"/>
                </a:lnTo>
                <a:lnTo>
                  <a:pt x="2261948" y="1376016"/>
                </a:lnTo>
                <a:lnTo>
                  <a:pt x="2716674" y="1649058"/>
                </a:lnTo>
              </a:path>
            </a:pathLst>
          </a:custGeom>
          <a:ln w="12700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D21E7F-252C-524B-5E72-5C12C31CA2C3}"/>
              </a:ext>
            </a:extLst>
          </p:cNvPr>
          <p:cNvSpPr/>
          <p:nvPr/>
        </p:nvSpPr>
        <p:spPr>
          <a:xfrm>
            <a:off x="4140200" y="1295400"/>
            <a:ext cx="3683000" cy="4826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45C3222-3CE0-1AC9-1080-1B7BF0D3EC41}"/>
              </a:ext>
            </a:extLst>
          </p:cNvPr>
          <p:cNvSpPr/>
          <p:nvPr/>
        </p:nvSpPr>
        <p:spPr>
          <a:xfrm>
            <a:off x="4131446" y="1288344"/>
            <a:ext cx="3699102" cy="4836349"/>
          </a:xfrm>
          <a:custGeom>
            <a:avLst/>
            <a:gdLst/>
            <a:ahLst/>
            <a:cxnLst/>
            <a:rect l="0" t="0" r="0" b="0"/>
            <a:pathLst>
              <a:path w="3699102" h="4836349">
                <a:moveTo>
                  <a:pt x="9704" y="9467"/>
                </a:moveTo>
                <a:lnTo>
                  <a:pt x="526990" y="298"/>
                </a:lnTo>
                <a:lnTo>
                  <a:pt x="1062130" y="8108"/>
                </a:lnTo>
                <a:lnTo>
                  <a:pt x="1584482" y="2840"/>
                </a:lnTo>
                <a:lnTo>
                  <a:pt x="2110742" y="14515"/>
                </a:lnTo>
                <a:lnTo>
                  <a:pt x="2641562" y="0"/>
                </a:lnTo>
                <a:lnTo>
                  <a:pt x="3159803" y="6380"/>
                </a:lnTo>
                <a:lnTo>
                  <a:pt x="3688464" y="8748"/>
                </a:lnTo>
                <a:lnTo>
                  <a:pt x="3695723" y="602630"/>
                </a:lnTo>
                <a:lnTo>
                  <a:pt x="3683024" y="1206766"/>
                </a:lnTo>
                <a:lnTo>
                  <a:pt x="3697729" y="1820226"/>
                </a:lnTo>
                <a:lnTo>
                  <a:pt x="3699101" y="2422236"/>
                </a:lnTo>
                <a:lnTo>
                  <a:pt x="3688936" y="3027818"/>
                </a:lnTo>
                <a:lnTo>
                  <a:pt x="3684200" y="3624521"/>
                </a:lnTo>
                <a:lnTo>
                  <a:pt x="3683766" y="4231651"/>
                </a:lnTo>
                <a:lnTo>
                  <a:pt x="3695194" y="4830504"/>
                </a:lnTo>
                <a:lnTo>
                  <a:pt x="3165292" y="4830718"/>
                </a:lnTo>
                <a:lnTo>
                  <a:pt x="2636915" y="4836348"/>
                </a:lnTo>
                <a:lnTo>
                  <a:pt x="2107987" y="4826803"/>
                </a:lnTo>
                <a:lnTo>
                  <a:pt x="1578678" y="4830645"/>
                </a:lnTo>
                <a:lnTo>
                  <a:pt x="1052907" y="4834774"/>
                </a:lnTo>
                <a:lnTo>
                  <a:pt x="533394" y="4831389"/>
                </a:lnTo>
                <a:lnTo>
                  <a:pt x="11604" y="4826516"/>
                </a:lnTo>
                <a:lnTo>
                  <a:pt x="0" y="4232044"/>
                </a:lnTo>
                <a:lnTo>
                  <a:pt x="6398" y="3628218"/>
                </a:lnTo>
                <a:lnTo>
                  <a:pt x="10497" y="3020405"/>
                </a:lnTo>
                <a:lnTo>
                  <a:pt x="13910" y="2421195"/>
                </a:lnTo>
                <a:lnTo>
                  <a:pt x="11035" y="1823227"/>
                </a:lnTo>
                <a:lnTo>
                  <a:pt x="12708" y="1212359"/>
                </a:lnTo>
                <a:lnTo>
                  <a:pt x="13703" y="615774"/>
                </a:lnTo>
                <a:lnTo>
                  <a:pt x="8470" y="1528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81CC8BE-B8EC-0283-C836-86AFEF26F655}"/>
              </a:ext>
            </a:extLst>
          </p:cNvPr>
          <p:cNvSpPr/>
          <p:nvPr/>
        </p:nvSpPr>
        <p:spPr>
          <a:xfrm>
            <a:off x="4322132" y="1494355"/>
            <a:ext cx="1581509" cy="1124417"/>
          </a:xfrm>
          <a:custGeom>
            <a:avLst/>
            <a:gdLst/>
            <a:ahLst/>
            <a:cxnLst/>
            <a:rect l="0" t="0" r="0" b="0"/>
            <a:pathLst>
              <a:path w="1581509" h="1124417">
                <a:moveTo>
                  <a:pt x="3450" y="8707"/>
                </a:moveTo>
                <a:lnTo>
                  <a:pt x="528630" y="0"/>
                </a:lnTo>
                <a:lnTo>
                  <a:pt x="1060588" y="9665"/>
                </a:lnTo>
                <a:lnTo>
                  <a:pt x="1576355" y="6553"/>
                </a:lnTo>
                <a:lnTo>
                  <a:pt x="1581508" y="564377"/>
                </a:lnTo>
                <a:lnTo>
                  <a:pt x="1575307" y="1124416"/>
                </a:lnTo>
                <a:lnTo>
                  <a:pt x="1050887" y="1117211"/>
                </a:lnTo>
                <a:lnTo>
                  <a:pt x="529533" y="1121968"/>
                </a:lnTo>
                <a:lnTo>
                  <a:pt x="16788" y="1116677"/>
                </a:lnTo>
                <a:lnTo>
                  <a:pt x="12944" y="562143"/>
                </a:lnTo>
                <a:lnTo>
                  <a:pt x="0" y="3485"/>
                </a:lnTo>
              </a:path>
            </a:pathLst>
          </a:custGeom>
          <a:ln w="127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C5F4D4B-E6B8-8897-0532-2617FBF8AA22}"/>
              </a:ext>
            </a:extLst>
          </p:cNvPr>
          <p:cNvSpPr/>
          <p:nvPr/>
        </p:nvSpPr>
        <p:spPr>
          <a:xfrm>
            <a:off x="4323167" y="1496415"/>
            <a:ext cx="1580351" cy="1115429"/>
          </a:xfrm>
          <a:custGeom>
            <a:avLst/>
            <a:gdLst/>
            <a:ahLst/>
            <a:cxnLst/>
            <a:rect l="0" t="0" r="0" b="0"/>
            <a:pathLst>
              <a:path w="1580351" h="1115429">
                <a:moveTo>
                  <a:pt x="0" y="0"/>
                </a:moveTo>
                <a:lnTo>
                  <a:pt x="402246" y="287955"/>
                </a:lnTo>
                <a:lnTo>
                  <a:pt x="798594" y="560913"/>
                </a:lnTo>
                <a:lnTo>
                  <a:pt x="1195685" y="844456"/>
                </a:lnTo>
                <a:lnTo>
                  <a:pt x="1580350" y="1115428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220B754-78E9-6A2E-A7BE-9B6C36E88815}"/>
              </a:ext>
            </a:extLst>
          </p:cNvPr>
          <p:cNvSpPr/>
          <p:nvPr/>
        </p:nvSpPr>
        <p:spPr>
          <a:xfrm>
            <a:off x="4331009" y="1492200"/>
            <a:ext cx="1580289" cy="1127623"/>
          </a:xfrm>
          <a:custGeom>
            <a:avLst/>
            <a:gdLst/>
            <a:ahLst/>
            <a:cxnLst/>
            <a:rect l="0" t="0" r="0" b="0"/>
            <a:pathLst>
              <a:path w="1580289" h="1127623">
                <a:moveTo>
                  <a:pt x="1580288" y="0"/>
                </a:moveTo>
                <a:lnTo>
                  <a:pt x="1179031" y="288307"/>
                </a:lnTo>
                <a:lnTo>
                  <a:pt x="782218" y="563661"/>
                </a:lnTo>
                <a:lnTo>
                  <a:pt x="393560" y="840071"/>
                </a:lnTo>
                <a:lnTo>
                  <a:pt x="0" y="1127622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84D9E07-7F85-50D7-05A8-6EB48830D867}"/>
              </a:ext>
            </a:extLst>
          </p:cNvPr>
          <p:cNvSpPr/>
          <p:nvPr/>
        </p:nvSpPr>
        <p:spPr>
          <a:xfrm>
            <a:off x="6075559" y="1490121"/>
            <a:ext cx="1584040" cy="1132648"/>
          </a:xfrm>
          <a:custGeom>
            <a:avLst/>
            <a:gdLst/>
            <a:ahLst/>
            <a:cxnLst/>
            <a:rect l="0" t="0" r="0" b="0"/>
            <a:pathLst>
              <a:path w="1584040" h="1132648">
                <a:moveTo>
                  <a:pt x="2372" y="0"/>
                </a:moveTo>
                <a:lnTo>
                  <a:pt x="528944" y="2174"/>
                </a:lnTo>
                <a:lnTo>
                  <a:pt x="1057404" y="6504"/>
                </a:lnTo>
                <a:lnTo>
                  <a:pt x="1584039" y="3420"/>
                </a:lnTo>
                <a:lnTo>
                  <a:pt x="1582013" y="568506"/>
                </a:lnTo>
                <a:lnTo>
                  <a:pt x="1574744" y="1117807"/>
                </a:lnTo>
                <a:lnTo>
                  <a:pt x="1065511" y="1130610"/>
                </a:lnTo>
                <a:lnTo>
                  <a:pt x="537035" y="1132647"/>
                </a:lnTo>
                <a:lnTo>
                  <a:pt x="11204" y="1129690"/>
                </a:lnTo>
                <a:lnTo>
                  <a:pt x="0" y="569241"/>
                </a:lnTo>
                <a:lnTo>
                  <a:pt x="10711" y="10760"/>
                </a:lnTo>
              </a:path>
            </a:pathLst>
          </a:custGeom>
          <a:ln w="127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E9DDDC5-E2EF-63A7-D18A-AEB40390AB8B}"/>
              </a:ext>
            </a:extLst>
          </p:cNvPr>
          <p:cNvSpPr/>
          <p:nvPr/>
        </p:nvSpPr>
        <p:spPr>
          <a:xfrm>
            <a:off x="6078805" y="1503668"/>
            <a:ext cx="1582317" cy="1113192"/>
          </a:xfrm>
          <a:custGeom>
            <a:avLst/>
            <a:gdLst/>
            <a:ahLst/>
            <a:cxnLst/>
            <a:rect l="0" t="0" r="0" b="0"/>
            <a:pathLst>
              <a:path w="1582317" h="1113192">
                <a:moveTo>
                  <a:pt x="0" y="0"/>
                </a:moveTo>
                <a:lnTo>
                  <a:pt x="402222" y="281883"/>
                </a:lnTo>
                <a:lnTo>
                  <a:pt x="797303" y="555444"/>
                </a:lnTo>
                <a:lnTo>
                  <a:pt x="1182953" y="834097"/>
                </a:lnTo>
                <a:lnTo>
                  <a:pt x="1582316" y="1113191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2B9604A-EFE3-3E99-E6A7-0507D9E70BB4}"/>
              </a:ext>
            </a:extLst>
          </p:cNvPr>
          <p:cNvSpPr/>
          <p:nvPr/>
        </p:nvSpPr>
        <p:spPr>
          <a:xfrm>
            <a:off x="6089564" y="1495253"/>
            <a:ext cx="1575075" cy="1124716"/>
          </a:xfrm>
          <a:custGeom>
            <a:avLst/>
            <a:gdLst/>
            <a:ahLst/>
            <a:cxnLst/>
            <a:rect l="0" t="0" r="0" b="0"/>
            <a:pathLst>
              <a:path w="1575075" h="1124716">
                <a:moveTo>
                  <a:pt x="1575074" y="0"/>
                </a:moveTo>
                <a:lnTo>
                  <a:pt x="1171166" y="290102"/>
                </a:lnTo>
                <a:lnTo>
                  <a:pt x="774529" y="560944"/>
                </a:lnTo>
                <a:lnTo>
                  <a:pt x="386360" y="839281"/>
                </a:lnTo>
                <a:lnTo>
                  <a:pt x="0" y="1124715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C422B6-DB85-523D-0F87-6570BF13698C}"/>
              </a:ext>
            </a:extLst>
          </p:cNvPr>
          <p:cNvSpPr txBox="1"/>
          <p:nvPr/>
        </p:nvSpPr>
        <p:spPr>
          <a:xfrm>
            <a:off x="4330700" y="2667000"/>
            <a:ext cx="1574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photo: Gwala St, 2022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C80080-43A5-D099-7D4A-DCB6186307CF}"/>
              </a:ext>
            </a:extLst>
          </p:cNvPr>
          <p:cNvSpPr txBox="1"/>
          <p:nvPr/>
        </p:nvSpPr>
        <p:spPr>
          <a:xfrm>
            <a:off x="6083300" y="2667000"/>
            <a:ext cx="1574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photo: Isipingo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330FA5-1288-5688-D333-E2935739E3A6}"/>
              </a:ext>
            </a:extLst>
          </p:cNvPr>
          <p:cNvSpPr txBox="1"/>
          <p:nvPr/>
        </p:nvSpPr>
        <p:spPr>
          <a:xfrm>
            <a:off x="4330700" y="3022600"/>
            <a:ext cx="3327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22222"/>
                </a:solidFill>
                <a:latin typeface="Ink Free" panose="03080402000500000000" pitchFamily="66" charset="0"/>
              </a:rPr>
              <a:t>“We have been moved from one place to another.”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1AF325-A54B-3A28-BC81-F9AC4B5905F1}"/>
              </a:ext>
            </a:extLst>
          </p:cNvPr>
          <p:cNvSpPr txBox="1"/>
          <p:nvPr/>
        </p:nvSpPr>
        <p:spPr>
          <a:xfrm>
            <a:off x="4330700" y="3683000"/>
            <a:ext cx="3327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resident, GroundUp (headline)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1C5FB3D-2999-21ED-695F-BC7CA05B940D}"/>
              </a:ext>
            </a:extLst>
          </p:cNvPr>
          <p:cNvSpPr/>
          <p:nvPr/>
        </p:nvSpPr>
        <p:spPr>
          <a:xfrm>
            <a:off x="4392910" y="4977199"/>
            <a:ext cx="3237065" cy="3805"/>
          </a:xfrm>
          <a:custGeom>
            <a:avLst/>
            <a:gdLst/>
            <a:ahLst/>
            <a:cxnLst/>
            <a:rect l="0" t="0" r="0" b="0"/>
            <a:pathLst>
              <a:path w="3237065" h="3805">
                <a:moveTo>
                  <a:pt x="0" y="3111"/>
                </a:moveTo>
                <a:lnTo>
                  <a:pt x="538834" y="3395"/>
                </a:lnTo>
                <a:lnTo>
                  <a:pt x="1078476" y="2024"/>
                </a:lnTo>
                <a:lnTo>
                  <a:pt x="1623202" y="0"/>
                </a:lnTo>
                <a:lnTo>
                  <a:pt x="2161587" y="3157"/>
                </a:lnTo>
                <a:lnTo>
                  <a:pt x="2697742" y="3804"/>
                </a:lnTo>
                <a:lnTo>
                  <a:pt x="3237064" y="1644"/>
                </a:lnTo>
              </a:path>
            </a:pathLst>
          </a:custGeom>
          <a:ln w="1270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0A9C74A-CDE4-7C96-A5DC-C7BA3C9187D3}"/>
              </a:ext>
            </a:extLst>
          </p:cNvPr>
          <p:cNvSpPr/>
          <p:nvPr/>
        </p:nvSpPr>
        <p:spPr>
          <a:xfrm>
            <a:off x="4513847" y="4902200"/>
            <a:ext cx="101600" cy="152400"/>
          </a:xfrm>
          <a:prstGeom prst="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8424A05-1271-C8B2-E298-EE12E4EE5BC8}"/>
              </a:ext>
            </a:extLst>
          </p:cNvPr>
          <p:cNvSpPr/>
          <p:nvPr/>
        </p:nvSpPr>
        <p:spPr>
          <a:xfrm>
            <a:off x="4519502" y="4901447"/>
            <a:ext cx="96551" cy="161546"/>
          </a:xfrm>
          <a:custGeom>
            <a:avLst/>
            <a:gdLst/>
            <a:ahLst/>
            <a:cxnLst/>
            <a:rect l="0" t="0" r="0" b="0"/>
            <a:pathLst>
              <a:path w="96551" h="161546">
                <a:moveTo>
                  <a:pt x="0" y="0"/>
                </a:moveTo>
                <a:lnTo>
                  <a:pt x="93833" y="630"/>
                </a:lnTo>
                <a:lnTo>
                  <a:pt x="96550" y="161545"/>
                </a:lnTo>
                <a:lnTo>
                  <a:pt x="1258" y="160389"/>
                </a:lnTo>
                <a:lnTo>
                  <a:pt x="938" y="1077"/>
                </a:lnTo>
              </a:path>
            </a:pathLst>
          </a:custGeom>
          <a:ln w="1270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E44462-EA0B-17DB-59AD-B8D62CA4766E}"/>
              </a:ext>
            </a:extLst>
          </p:cNvPr>
          <p:cNvSpPr txBox="1"/>
          <p:nvPr/>
        </p:nvSpPr>
        <p:spPr>
          <a:xfrm>
            <a:off x="4310647" y="5130800"/>
            <a:ext cx="50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2008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BCED6F-B663-D96B-EF14-EEB2246E0B87}"/>
              </a:ext>
            </a:extLst>
          </p:cNvPr>
          <p:cNvSpPr txBox="1"/>
          <p:nvPr/>
        </p:nvSpPr>
        <p:spPr>
          <a:xfrm>
            <a:off x="4234447" y="52832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222222"/>
                </a:solidFill>
                <a:latin typeface="Ink Free" panose="03080402000500000000" pitchFamily="66" charset="0"/>
              </a:rPr>
              <a:t>moved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0F0DFC3-A306-2C08-B952-376984E19956}"/>
              </a:ext>
            </a:extLst>
          </p:cNvPr>
          <p:cNvSpPr/>
          <p:nvPr/>
        </p:nvSpPr>
        <p:spPr>
          <a:xfrm>
            <a:off x="6363369" y="4902200"/>
            <a:ext cx="152399" cy="1524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445540-0327-BD99-757E-DA922B33C1A3}"/>
              </a:ext>
            </a:extLst>
          </p:cNvPr>
          <p:cNvSpPr txBox="1"/>
          <p:nvPr/>
        </p:nvSpPr>
        <p:spPr>
          <a:xfrm>
            <a:off x="6185569" y="4673600"/>
            <a:ext cx="50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2019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4E4D33-47C3-83EA-4523-78CEC621B10F}"/>
              </a:ext>
            </a:extLst>
          </p:cNvPr>
          <p:cNvSpPr txBox="1"/>
          <p:nvPr/>
        </p:nvSpPr>
        <p:spPr>
          <a:xfrm>
            <a:off x="6109369" y="48260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D0312D"/>
                </a:solidFill>
                <a:latin typeface="Ink Free" panose="03080402000500000000" pitchFamily="66" charset="0"/>
              </a:rPr>
              <a:t>flood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70F796B-AC77-5B3A-2C7C-7C067EEA7D08}"/>
              </a:ext>
            </a:extLst>
          </p:cNvPr>
          <p:cNvSpPr/>
          <p:nvPr/>
        </p:nvSpPr>
        <p:spPr>
          <a:xfrm>
            <a:off x="6729663" y="4902200"/>
            <a:ext cx="101600" cy="152400"/>
          </a:xfrm>
          <a:prstGeom prst="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8655A4C-4324-4824-6210-16B3D5EABA1D}"/>
              </a:ext>
            </a:extLst>
          </p:cNvPr>
          <p:cNvSpPr/>
          <p:nvPr/>
        </p:nvSpPr>
        <p:spPr>
          <a:xfrm>
            <a:off x="6722654" y="4905117"/>
            <a:ext cx="113996" cy="153277"/>
          </a:xfrm>
          <a:custGeom>
            <a:avLst/>
            <a:gdLst/>
            <a:ahLst/>
            <a:cxnLst/>
            <a:rect l="0" t="0" r="0" b="0"/>
            <a:pathLst>
              <a:path w="113996" h="153277">
                <a:moveTo>
                  <a:pt x="0" y="0"/>
                </a:moveTo>
                <a:lnTo>
                  <a:pt x="108531" y="1753"/>
                </a:lnTo>
                <a:lnTo>
                  <a:pt x="113995" y="145460"/>
                </a:lnTo>
                <a:lnTo>
                  <a:pt x="2984" y="153276"/>
                </a:lnTo>
                <a:lnTo>
                  <a:pt x="10554" y="4547"/>
                </a:lnTo>
              </a:path>
            </a:pathLst>
          </a:custGeom>
          <a:ln w="1270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135814-4E3B-E7E4-544F-97E2027EBFC4}"/>
              </a:ext>
            </a:extLst>
          </p:cNvPr>
          <p:cNvSpPr txBox="1"/>
          <p:nvPr/>
        </p:nvSpPr>
        <p:spPr>
          <a:xfrm>
            <a:off x="6526463" y="5130800"/>
            <a:ext cx="50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2021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A6776A-BCE0-6E0D-074C-A5023378DC44}"/>
              </a:ext>
            </a:extLst>
          </p:cNvPr>
          <p:cNvSpPr txBox="1"/>
          <p:nvPr/>
        </p:nvSpPr>
        <p:spPr>
          <a:xfrm>
            <a:off x="6450263" y="52832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222222"/>
                </a:solidFill>
                <a:latin typeface="Ink Free" panose="03080402000500000000" pitchFamily="66" charset="0"/>
              </a:rPr>
              <a:t>moved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4D931D2-951C-169B-FA51-8626A03ECD91}"/>
              </a:ext>
            </a:extLst>
          </p:cNvPr>
          <p:cNvSpPr/>
          <p:nvPr/>
        </p:nvSpPr>
        <p:spPr>
          <a:xfrm>
            <a:off x="6874711" y="4902200"/>
            <a:ext cx="152400" cy="1524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43C4EF-DA24-006B-8A49-A5B29A0620C7}"/>
              </a:ext>
            </a:extLst>
          </p:cNvPr>
          <p:cNvSpPr txBox="1"/>
          <p:nvPr/>
        </p:nvSpPr>
        <p:spPr>
          <a:xfrm>
            <a:off x="6696911" y="4673600"/>
            <a:ext cx="50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2022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ABBCA-E959-5BDE-6717-C5F88430F7CB}"/>
              </a:ext>
            </a:extLst>
          </p:cNvPr>
          <p:cNvSpPr txBox="1"/>
          <p:nvPr/>
        </p:nvSpPr>
        <p:spPr>
          <a:xfrm>
            <a:off x="6620711" y="48260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D0312D"/>
                </a:solidFill>
                <a:latin typeface="Ink Free" panose="03080402000500000000" pitchFamily="66" charset="0"/>
              </a:rPr>
              <a:t>flood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AF430F8-9F0C-1971-C337-3ECFF9036632}"/>
              </a:ext>
            </a:extLst>
          </p:cNvPr>
          <p:cNvSpPr/>
          <p:nvPr/>
        </p:nvSpPr>
        <p:spPr>
          <a:xfrm>
            <a:off x="7386052" y="4902200"/>
            <a:ext cx="152400" cy="1524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7046B4-32FC-7A82-678D-FEC2F989835C}"/>
              </a:ext>
            </a:extLst>
          </p:cNvPr>
          <p:cNvSpPr txBox="1"/>
          <p:nvPr/>
        </p:nvSpPr>
        <p:spPr>
          <a:xfrm>
            <a:off x="7208252" y="5130800"/>
            <a:ext cx="50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2025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CFD349-96FC-68ED-3BE5-EDA70F82951A}"/>
              </a:ext>
            </a:extLst>
          </p:cNvPr>
          <p:cNvSpPr txBox="1"/>
          <p:nvPr/>
        </p:nvSpPr>
        <p:spPr>
          <a:xfrm>
            <a:off x="7132052" y="52832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D0312D"/>
                </a:solidFill>
                <a:latin typeface="Ink Free" panose="03080402000500000000" pitchFamily="66" charset="0"/>
              </a:rPr>
              <a:t>5 dead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557D5C-B508-ABAD-5166-8A97F2E0F7AB}"/>
              </a:ext>
            </a:extLst>
          </p:cNvPr>
          <p:cNvSpPr txBox="1"/>
          <p:nvPr/>
        </p:nvSpPr>
        <p:spPr>
          <a:xfrm>
            <a:off x="4330700" y="4470400"/>
            <a:ext cx="3327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INCIDENTS AT THIS CAMP</a:t>
            </a:r>
          </a:p>
        </p:txBody>
      </p:sp>
    </p:spTree>
    <p:extLst>
      <p:ext uri="{BB962C8B-B14F-4D97-AF65-F5344CB8AC3E}">
        <p14:creationId xmlns:p14="http://schemas.microsoft.com/office/powerpoint/2010/main" val="41604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2024DC-DFB7-F213-FB4A-CFB4E72FE7CB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STATE 4 OF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3FF29-C388-F1E5-D9C1-8E10DCB976A0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Frame 4 — This is not just a map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3A91E-0DC5-FCCF-78EB-6117187A15F2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C668B-2DF6-44B1-609B-B113449C22A9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E8761-2C54-2337-AA5D-9C515A74649A}"/>
              </a:ext>
            </a:extLst>
          </p:cNvPr>
          <p:cNvSpPr txBox="1"/>
          <p:nvPr/>
        </p:nvSpPr>
        <p:spPr>
          <a:xfrm>
            <a:off x="8255000" y="1168400"/>
            <a:ext cx="342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CDCDCD"/>
                </a:solidFill>
                <a:latin typeface="Bahnschrift" panose="020B0502040204020203" pitchFamily="34" charset="0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10D11-760F-9851-7314-B6C0EA37E59B}"/>
              </a:ext>
            </a:extLst>
          </p:cNvPr>
          <p:cNvSpPr txBox="1"/>
          <p:nvPr/>
        </p:nvSpPr>
        <p:spPr>
          <a:xfrm>
            <a:off x="8255000" y="1905000"/>
            <a:ext cx="342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The risk information exists, but it passes through a fragmented decision chain.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8BD03-94E7-56A3-6A03-3CCF63F09AF3}"/>
              </a:ext>
            </a:extLst>
          </p:cNvPr>
          <p:cNvSpPr txBox="1"/>
          <p:nvPr/>
        </p:nvSpPr>
        <p:spPr>
          <a:xfrm>
            <a:off x="8255000" y="3327400"/>
            <a:ext cx="342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756BB-0524-D310-8FE6-A58AC1FA7FCD}"/>
              </a:ext>
            </a:extLst>
          </p:cNvPr>
          <p:cNvSpPr txBox="1"/>
          <p:nvPr/>
        </p:nvSpPr>
        <p:spPr>
          <a:xfrm>
            <a:off x="8255000" y="3530600"/>
            <a:ext cx="342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Ink Free" panose="03080402000500000000" pitchFamily="66" charset="0"/>
              </a:rPr>
              <a:t>Pull back from the sites. The chain draws itself link by link; a red x appears at every hand-off.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BD5E6-DA19-E1E6-590D-62FC91BEFCDE}"/>
              </a:ext>
            </a:extLst>
          </p:cNvPr>
          <p:cNvSpPr/>
          <p:nvPr/>
        </p:nvSpPr>
        <p:spPr>
          <a:xfrm>
            <a:off x="8077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33D339-62E1-B5A2-1E52-A733A33E6B1E}"/>
              </a:ext>
            </a:extLst>
          </p:cNvPr>
          <p:cNvSpPr/>
          <p:nvPr/>
        </p:nvSpPr>
        <p:spPr>
          <a:xfrm>
            <a:off x="8356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8B82FE-39FD-5C70-83A7-8B1BA468D785}"/>
              </a:ext>
            </a:extLst>
          </p:cNvPr>
          <p:cNvSpPr/>
          <p:nvPr/>
        </p:nvSpPr>
        <p:spPr>
          <a:xfrm>
            <a:off x="86360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FA3123-2209-05AB-F905-E75F28010B62}"/>
              </a:ext>
            </a:extLst>
          </p:cNvPr>
          <p:cNvSpPr/>
          <p:nvPr/>
        </p:nvSpPr>
        <p:spPr>
          <a:xfrm>
            <a:off x="8902700" y="63881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96BA02-ED71-AE1E-AE94-E6F0C9A6EFE1}"/>
              </a:ext>
            </a:extLst>
          </p:cNvPr>
          <p:cNvSpPr/>
          <p:nvPr/>
        </p:nvSpPr>
        <p:spPr>
          <a:xfrm>
            <a:off x="91948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FF67A9-9F92-697C-7281-B2461D6199AC}"/>
              </a:ext>
            </a:extLst>
          </p:cNvPr>
          <p:cNvSpPr/>
          <p:nvPr/>
        </p:nvSpPr>
        <p:spPr>
          <a:xfrm>
            <a:off x="9474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1C6810A-F46D-CFC6-10A5-AD0E451B42F7}"/>
              </a:ext>
            </a:extLst>
          </p:cNvPr>
          <p:cNvSpPr/>
          <p:nvPr/>
        </p:nvSpPr>
        <p:spPr>
          <a:xfrm>
            <a:off x="9753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75300-EFA8-EBF9-7518-D17726CCF28E}"/>
              </a:ext>
            </a:extLst>
          </p:cNvPr>
          <p:cNvSpPr txBox="1"/>
          <p:nvPr/>
        </p:nvSpPr>
        <p:spPr>
          <a:xfrm>
            <a:off x="8128000" y="6578600"/>
            <a:ext cx="254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700">
                <a:solidFill>
                  <a:srgbClr val="8C8C8C"/>
                </a:solidFill>
                <a:latin typeface="Consolas" panose="020B0609020204030204" pitchFamily="49" charset="0"/>
              </a:rPr>
              <a:t>frame 1 2 3 4 5 6 7</a:t>
            </a:r>
            <a:endParaRPr lang="en-US" sz="70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EFB721-F8B2-DBCF-4140-316A14DB80A0}"/>
              </a:ext>
            </a:extLst>
          </p:cNvPr>
          <p:cNvSpPr txBox="1"/>
          <p:nvPr/>
        </p:nvSpPr>
        <p:spPr>
          <a:xfrm>
            <a:off x="457200" y="19812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C8C8C"/>
                </a:solidFill>
                <a:latin typeface="Ink Free" panose="03080402000500000000" pitchFamily="66" charset="0"/>
              </a:rPr>
              <a:t>national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62D2B2-CFCC-AF26-B7CD-C2DDE542DA07}"/>
              </a:ext>
            </a:extLst>
          </p:cNvPr>
          <p:cNvSpPr txBox="1"/>
          <p:nvPr/>
        </p:nvSpPr>
        <p:spPr>
          <a:xfrm>
            <a:off x="457200" y="32512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C8C8C"/>
                </a:solidFill>
                <a:latin typeface="Ink Free" panose="03080402000500000000" pitchFamily="66" charset="0"/>
              </a:rPr>
              <a:t>provincial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3404B0-AB90-F007-566B-57C5628A95AC}"/>
              </a:ext>
            </a:extLst>
          </p:cNvPr>
          <p:cNvSpPr txBox="1"/>
          <p:nvPr/>
        </p:nvSpPr>
        <p:spPr>
          <a:xfrm>
            <a:off x="457200" y="45212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C8C8C"/>
                </a:solidFill>
                <a:latin typeface="Ink Free" panose="03080402000500000000" pitchFamily="66" charset="0"/>
              </a:rPr>
              <a:t>municipal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41A4EC6-F848-A19E-A36D-A08BEC7E7F94}"/>
              </a:ext>
            </a:extLst>
          </p:cNvPr>
          <p:cNvSpPr/>
          <p:nvPr/>
        </p:nvSpPr>
        <p:spPr>
          <a:xfrm>
            <a:off x="1345558" y="2334955"/>
            <a:ext cx="6475890" cy="3508"/>
          </a:xfrm>
          <a:custGeom>
            <a:avLst/>
            <a:gdLst/>
            <a:ahLst/>
            <a:cxnLst/>
            <a:rect l="0" t="0" r="0" b="0"/>
            <a:pathLst>
              <a:path w="6475890" h="3508">
                <a:moveTo>
                  <a:pt x="0" y="1480"/>
                </a:moveTo>
                <a:lnTo>
                  <a:pt x="810952" y="3440"/>
                </a:lnTo>
                <a:lnTo>
                  <a:pt x="1621263" y="798"/>
                </a:lnTo>
                <a:lnTo>
                  <a:pt x="2430253" y="0"/>
                </a:lnTo>
                <a:lnTo>
                  <a:pt x="3240510" y="3332"/>
                </a:lnTo>
                <a:lnTo>
                  <a:pt x="4048405" y="13"/>
                </a:lnTo>
                <a:lnTo>
                  <a:pt x="4857286" y="2567"/>
                </a:lnTo>
                <a:lnTo>
                  <a:pt x="5666739" y="2260"/>
                </a:lnTo>
                <a:lnTo>
                  <a:pt x="6475889" y="3507"/>
                </a:lnTo>
              </a:path>
            </a:pathLst>
          </a:custGeom>
          <a:ln w="12700">
            <a:solidFill>
              <a:srgbClr val="E8E8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9D2102-ACF1-537B-7E05-F3EEB9921F40}"/>
              </a:ext>
            </a:extLst>
          </p:cNvPr>
          <p:cNvSpPr/>
          <p:nvPr/>
        </p:nvSpPr>
        <p:spPr>
          <a:xfrm>
            <a:off x="1347409" y="3605469"/>
            <a:ext cx="6474795" cy="3005"/>
          </a:xfrm>
          <a:custGeom>
            <a:avLst/>
            <a:gdLst/>
            <a:ahLst/>
            <a:cxnLst/>
            <a:rect l="0" t="0" r="0" b="0"/>
            <a:pathLst>
              <a:path w="6474795" h="3005">
                <a:moveTo>
                  <a:pt x="0" y="3004"/>
                </a:moveTo>
                <a:lnTo>
                  <a:pt x="809782" y="911"/>
                </a:lnTo>
                <a:lnTo>
                  <a:pt x="1619679" y="1843"/>
                </a:lnTo>
                <a:lnTo>
                  <a:pt x="2428580" y="1222"/>
                </a:lnTo>
                <a:lnTo>
                  <a:pt x="3235897" y="23"/>
                </a:lnTo>
                <a:lnTo>
                  <a:pt x="4046946" y="1066"/>
                </a:lnTo>
                <a:lnTo>
                  <a:pt x="4856672" y="1045"/>
                </a:lnTo>
                <a:lnTo>
                  <a:pt x="5665064" y="0"/>
                </a:lnTo>
                <a:lnTo>
                  <a:pt x="6474794" y="1003"/>
                </a:lnTo>
              </a:path>
            </a:pathLst>
          </a:custGeom>
          <a:ln w="12700">
            <a:solidFill>
              <a:srgbClr val="E8E8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368DFDA-BD23-8F93-D5A4-2DDCECB2DFBE}"/>
              </a:ext>
            </a:extLst>
          </p:cNvPr>
          <p:cNvSpPr/>
          <p:nvPr/>
        </p:nvSpPr>
        <p:spPr>
          <a:xfrm>
            <a:off x="1347258" y="4875225"/>
            <a:ext cx="6477452" cy="3407"/>
          </a:xfrm>
          <a:custGeom>
            <a:avLst/>
            <a:gdLst/>
            <a:ahLst/>
            <a:cxnLst/>
            <a:rect l="0" t="0" r="0" b="0"/>
            <a:pathLst>
              <a:path w="6477452" h="3407">
                <a:moveTo>
                  <a:pt x="0" y="1432"/>
                </a:moveTo>
                <a:lnTo>
                  <a:pt x="809074" y="846"/>
                </a:lnTo>
                <a:lnTo>
                  <a:pt x="1617350" y="2996"/>
                </a:lnTo>
                <a:lnTo>
                  <a:pt x="2426094" y="3406"/>
                </a:lnTo>
                <a:lnTo>
                  <a:pt x="3235968" y="0"/>
                </a:lnTo>
                <a:lnTo>
                  <a:pt x="4046893" y="2742"/>
                </a:lnTo>
                <a:lnTo>
                  <a:pt x="4857066" y="410"/>
                </a:lnTo>
                <a:lnTo>
                  <a:pt x="5665303" y="955"/>
                </a:lnTo>
                <a:lnTo>
                  <a:pt x="6477451" y="2567"/>
                </a:lnTo>
              </a:path>
            </a:pathLst>
          </a:custGeom>
          <a:ln w="12700">
            <a:solidFill>
              <a:srgbClr val="E8E8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3518336-FB18-2352-B406-FC078ED81475}"/>
              </a:ext>
            </a:extLst>
          </p:cNvPr>
          <p:cNvSpPr/>
          <p:nvPr/>
        </p:nvSpPr>
        <p:spPr>
          <a:xfrm>
            <a:off x="2154543" y="2087287"/>
            <a:ext cx="104593" cy="2540392"/>
          </a:xfrm>
          <a:custGeom>
            <a:avLst/>
            <a:gdLst/>
            <a:ahLst/>
            <a:cxnLst/>
            <a:rect l="0" t="0" r="0" b="0"/>
            <a:pathLst>
              <a:path w="104593" h="2540392">
                <a:moveTo>
                  <a:pt x="0" y="0"/>
                </a:moveTo>
                <a:lnTo>
                  <a:pt x="24514" y="498895"/>
                </a:lnTo>
                <a:lnTo>
                  <a:pt x="41834" y="1010380"/>
                </a:lnTo>
                <a:lnTo>
                  <a:pt x="61264" y="1519883"/>
                </a:lnTo>
                <a:lnTo>
                  <a:pt x="85817" y="2026788"/>
                </a:lnTo>
                <a:lnTo>
                  <a:pt x="104592" y="2540391"/>
                </a:lnTo>
              </a:path>
            </a:pathLst>
          </a:custGeom>
          <a:ln w="1651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89DD01-B584-738E-C30B-428F8EBB6BAB}"/>
              </a:ext>
            </a:extLst>
          </p:cNvPr>
          <p:cNvSpPr txBox="1"/>
          <p:nvPr/>
        </p:nvSpPr>
        <p:spPr>
          <a:xfrm>
            <a:off x="2146300" y="22860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312D"/>
                </a:solidFill>
                <a:latin typeface="Segoe UI" panose="020B0502040204020203" pitchFamily="34" charset="0"/>
              </a:rPr>
              <a:t>×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DAE78AD-E4C1-8CCA-E25E-8B747092F9C2}"/>
              </a:ext>
            </a:extLst>
          </p:cNvPr>
          <p:cNvSpPr/>
          <p:nvPr/>
        </p:nvSpPr>
        <p:spPr>
          <a:xfrm>
            <a:off x="2949534" y="4618319"/>
            <a:ext cx="97971" cy="7029"/>
          </a:xfrm>
          <a:custGeom>
            <a:avLst/>
            <a:gdLst/>
            <a:ahLst/>
            <a:cxnLst/>
            <a:rect l="0" t="0" r="0" b="0"/>
            <a:pathLst>
              <a:path w="97971" h="7029">
                <a:moveTo>
                  <a:pt x="0" y="0"/>
                </a:moveTo>
                <a:lnTo>
                  <a:pt x="97970" y="7028"/>
                </a:lnTo>
              </a:path>
            </a:pathLst>
          </a:custGeom>
          <a:ln w="1651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8638F2-FF5E-1125-4B99-B546F0FA1C57}"/>
              </a:ext>
            </a:extLst>
          </p:cNvPr>
          <p:cNvSpPr txBox="1"/>
          <p:nvPr/>
        </p:nvSpPr>
        <p:spPr>
          <a:xfrm>
            <a:off x="2933700" y="43942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312D"/>
                </a:solidFill>
                <a:latin typeface="Segoe UI" panose="020B0502040204020203" pitchFamily="34" charset="0"/>
              </a:rPr>
              <a:t>×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9F54E8-3A6F-BE44-1DBD-F8C10F7FB446}"/>
              </a:ext>
            </a:extLst>
          </p:cNvPr>
          <p:cNvSpPr/>
          <p:nvPr/>
        </p:nvSpPr>
        <p:spPr>
          <a:xfrm>
            <a:off x="3737163" y="3357367"/>
            <a:ext cx="96633" cy="1266220"/>
          </a:xfrm>
          <a:custGeom>
            <a:avLst/>
            <a:gdLst/>
            <a:ahLst/>
            <a:cxnLst/>
            <a:rect l="0" t="0" r="0" b="0"/>
            <a:pathLst>
              <a:path w="96633" h="1266220">
                <a:moveTo>
                  <a:pt x="0" y="1266219"/>
                </a:moveTo>
                <a:lnTo>
                  <a:pt x="28504" y="842186"/>
                </a:lnTo>
                <a:lnTo>
                  <a:pt x="65997" y="423698"/>
                </a:lnTo>
                <a:lnTo>
                  <a:pt x="96632" y="0"/>
                </a:lnTo>
              </a:path>
            </a:pathLst>
          </a:custGeom>
          <a:ln w="1651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E4FEF0-A93A-3681-543D-051486208300}"/>
              </a:ext>
            </a:extLst>
          </p:cNvPr>
          <p:cNvSpPr txBox="1"/>
          <p:nvPr/>
        </p:nvSpPr>
        <p:spPr>
          <a:xfrm>
            <a:off x="3721100" y="35560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312D"/>
                </a:solidFill>
                <a:latin typeface="Segoe UI" panose="020B0502040204020203" pitchFamily="34" charset="0"/>
              </a:rPr>
              <a:t>×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4CA71FD-C12A-AF9F-45FD-A7409B55458A}"/>
              </a:ext>
            </a:extLst>
          </p:cNvPr>
          <p:cNvSpPr/>
          <p:nvPr/>
        </p:nvSpPr>
        <p:spPr>
          <a:xfrm>
            <a:off x="4521416" y="3351050"/>
            <a:ext cx="96479" cy="3306"/>
          </a:xfrm>
          <a:custGeom>
            <a:avLst/>
            <a:gdLst/>
            <a:ahLst/>
            <a:cxnLst/>
            <a:rect l="0" t="0" r="0" b="0"/>
            <a:pathLst>
              <a:path w="96479" h="3306">
                <a:moveTo>
                  <a:pt x="0" y="3305"/>
                </a:moveTo>
                <a:lnTo>
                  <a:pt x="96478" y="0"/>
                </a:lnTo>
              </a:path>
            </a:pathLst>
          </a:custGeom>
          <a:ln w="1651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E2B0F4-4784-C285-E570-B8C515D083C3}"/>
              </a:ext>
            </a:extLst>
          </p:cNvPr>
          <p:cNvSpPr txBox="1"/>
          <p:nvPr/>
        </p:nvSpPr>
        <p:spPr>
          <a:xfrm>
            <a:off x="4508500" y="31242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312D"/>
                </a:solidFill>
                <a:latin typeface="Segoe UI" panose="020B0502040204020203" pitchFamily="34" charset="0"/>
              </a:rPr>
              <a:t>×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B575F2A-4C37-11E7-FE19-407E53C341B2}"/>
              </a:ext>
            </a:extLst>
          </p:cNvPr>
          <p:cNvSpPr/>
          <p:nvPr/>
        </p:nvSpPr>
        <p:spPr>
          <a:xfrm>
            <a:off x="5309195" y="3350907"/>
            <a:ext cx="96835" cy="1269827"/>
          </a:xfrm>
          <a:custGeom>
            <a:avLst/>
            <a:gdLst/>
            <a:ahLst/>
            <a:cxnLst/>
            <a:rect l="0" t="0" r="0" b="0"/>
            <a:pathLst>
              <a:path w="96835" h="1269827">
                <a:moveTo>
                  <a:pt x="0" y="0"/>
                </a:moveTo>
                <a:lnTo>
                  <a:pt x="30190" y="422148"/>
                </a:lnTo>
                <a:lnTo>
                  <a:pt x="67431" y="848055"/>
                </a:lnTo>
                <a:lnTo>
                  <a:pt x="96834" y="1269826"/>
                </a:lnTo>
              </a:path>
            </a:pathLst>
          </a:custGeom>
          <a:ln w="1651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18E863-BDBC-6911-1190-45EDAC3CA22B}"/>
              </a:ext>
            </a:extLst>
          </p:cNvPr>
          <p:cNvSpPr txBox="1"/>
          <p:nvPr/>
        </p:nvSpPr>
        <p:spPr>
          <a:xfrm>
            <a:off x="5295900" y="35560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312D"/>
                </a:solidFill>
                <a:latin typeface="Segoe UI" panose="020B0502040204020203" pitchFamily="34" charset="0"/>
              </a:rPr>
              <a:t>×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7CA8036-52DF-669B-2944-32427C3BEA38}"/>
              </a:ext>
            </a:extLst>
          </p:cNvPr>
          <p:cNvSpPr/>
          <p:nvPr/>
        </p:nvSpPr>
        <p:spPr>
          <a:xfrm>
            <a:off x="6100468" y="3354011"/>
            <a:ext cx="95763" cy="1271150"/>
          </a:xfrm>
          <a:custGeom>
            <a:avLst/>
            <a:gdLst/>
            <a:ahLst/>
            <a:cxnLst/>
            <a:rect l="0" t="0" r="0" b="0"/>
            <a:pathLst>
              <a:path w="95763" h="1271150">
                <a:moveTo>
                  <a:pt x="0" y="1271149"/>
                </a:moveTo>
                <a:lnTo>
                  <a:pt x="27200" y="842862"/>
                </a:lnTo>
                <a:lnTo>
                  <a:pt x="60396" y="424586"/>
                </a:lnTo>
                <a:lnTo>
                  <a:pt x="95762" y="0"/>
                </a:lnTo>
              </a:path>
            </a:pathLst>
          </a:custGeom>
          <a:ln w="1651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7CB02A-0DE4-4BF3-81A8-31B88FD261C0}"/>
              </a:ext>
            </a:extLst>
          </p:cNvPr>
          <p:cNvSpPr txBox="1"/>
          <p:nvPr/>
        </p:nvSpPr>
        <p:spPr>
          <a:xfrm>
            <a:off x="6083300" y="35560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312D"/>
                </a:solidFill>
                <a:latin typeface="Segoe UI" panose="020B0502040204020203" pitchFamily="34" charset="0"/>
              </a:rPr>
              <a:t>×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FEF13C2-B967-FEBF-5664-73D7DD2D8AF4}"/>
              </a:ext>
            </a:extLst>
          </p:cNvPr>
          <p:cNvSpPr/>
          <p:nvPr/>
        </p:nvSpPr>
        <p:spPr>
          <a:xfrm>
            <a:off x="6884667" y="3349071"/>
            <a:ext cx="98081" cy="2667"/>
          </a:xfrm>
          <a:custGeom>
            <a:avLst/>
            <a:gdLst/>
            <a:ahLst/>
            <a:cxnLst/>
            <a:rect l="0" t="0" r="0" b="0"/>
            <a:pathLst>
              <a:path w="98081" h="2667">
                <a:moveTo>
                  <a:pt x="0" y="0"/>
                </a:moveTo>
                <a:lnTo>
                  <a:pt x="98080" y="2666"/>
                </a:lnTo>
              </a:path>
            </a:pathLst>
          </a:custGeom>
          <a:ln w="1651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18A7D7-1EF9-FE9D-01AD-7EA9EB9749EF}"/>
              </a:ext>
            </a:extLst>
          </p:cNvPr>
          <p:cNvSpPr txBox="1"/>
          <p:nvPr/>
        </p:nvSpPr>
        <p:spPr>
          <a:xfrm>
            <a:off x="6870700" y="31242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312D"/>
                </a:solidFill>
                <a:latin typeface="Segoe UI" panose="020B0502040204020203" pitchFamily="34" charset="0"/>
              </a:rPr>
              <a:t>×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C526AE-2592-8855-2806-1EDBFF68481E}"/>
              </a:ext>
            </a:extLst>
          </p:cNvPr>
          <p:cNvSpPr/>
          <p:nvPr/>
        </p:nvSpPr>
        <p:spPr>
          <a:xfrm>
            <a:off x="1473200" y="190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43BCBA8-85A9-982E-6884-4D2F0C6B54F9}"/>
              </a:ext>
            </a:extLst>
          </p:cNvPr>
          <p:cNvSpPr/>
          <p:nvPr/>
        </p:nvSpPr>
        <p:spPr>
          <a:xfrm>
            <a:off x="1466092" y="1905438"/>
            <a:ext cx="690475" cy="353164"/>
          </a:xfrm>
          <a:custGeom>
            <a:avLst/>
            <a:gdLst/>
            <a:ahLst/>
            <a:cxnLst/>
            <a:rect l="0" t="0" r="0" b="0"/>
            <a:pathLst>
              <a:path w="690475" h="353164">
                <a:moveTo>
                  <a:pt x="4530" y="5739"/>
                </a:moveTo>
                <a:lnTo>
                  <a:pt x="690474" y="2344"/>
                </a:lnTo>
                <a:lnTo>
                  <a:pt x="684625" y="353163"/>
                </a:lnTo>
                <a:lnTo>
                  <a:pt x="0" y="347622"/>
                </a:lnTo>
                <a:lnTo>
                  <a:pt x="8880" y="0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5B6C56-9CA8-F03F-B5B2-5EE3A12580D6}"/>
              </a:ext>
            </a:extLst>
          </p:cNvPr>
          <p:cNvSpPr txBox="1"/>
          <p:nvPr/>
        </p:nvSpPr>
        <p:spPr>
          <a:xfrm>
            <a:off x="1498600" y="1943100"/>
            <a:ext cx="635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SAWS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83ACFE-D16C-763A-4044-A280F0E50B1C}"/>
              </a:ext>
            </a:extLst>
          </p:cNvPr>
          <p:cNvSpPr/>
          <p:nvPr/>
        </p:nvSpPr>
        <p:spPr>
          <a:xfrm>
            <a:off x="2260600" y="444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667373F-3ED6-8AD3-3D37-0B119B942BBC}"/>
              </a:ext>
            </a:extLst>
          </p:cNvPr>
          <p:cNvSpPr/>
          <p:nvPr/>
        </p:nvSpPr>
        <p:spPr>
          <a:xfrm>
            <a:off x="2255835" y="4442477"/>
            <a:ext cx="699063" cy="352686"/>
          </a:xfrm>
          <a:custGeom>
            <a:avLst/>
            <a:gdLst/>
            <a:ahLst/>
            <a:cxnLst/>
            <a:rect l="0" t="0" r="0" b="0"/>
            <a:pathLst>
              <a:path w="699063" h="352686">
                <a:moveTo>
                  <a:pt x="5195" y="2982"/>
                </a:moveTo>
                <a:lnTo>
                  <a:pt x="688277" y="7206"/>
                </a:lnTo>
                <a:lnTo>
                  <a:pt x="699062" y="352685"/>
                </a:lnTo>
                <a:lnTo>
                  <a:pt x="0" y="352056"/>
                </a:lnTo>
                <a:lnTo>
                  <a:pt x="3900" y="0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14FF63-D96E-6207-A975-56453CBD9467}"/>
              </a:ext>
            </a:extLst>
          </p:cNvPr>
          <p:cNvSpPr txBox="1"/>
          <p:nvPr/>
        </p:nvSpPr>
        <p:spPr>
          <a:xfrm>
            <a:off x="2286000" y="4483100"/>
            <a:ext cx="63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Disaster Mgmt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EF2EAF-28EC-44D6-0045-6468A7FFB951}"/>
              </a:ext>
            </a:extLst>
          </p:cNvPr>
          <p:cNvSpPr/>
          <p:nvPr/>
        </p:nvSpPr>
        <p:spPr>
          <a:xfrm>
            <a:off x="3048000" y="444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9881215-2A26-A073-DDCE-F0335509509F}"/>
              </a:ext>
            </a:extLst>
          </p:cNvPr>
          <p:cNvSpPr/>
          <p:nvPr/>
        </p:nvSpPr>
        <p:spPr>
          <a:xfrm>
            <a:off x="3044283" y="4437866"/>
            <a:ext cx="695045" cy="370159"/>
          </a:xfrm>
          <a:custGeom>
            <a:avLst/>
            <a:gdLst/>
            <a:ahLst/>
            <a:cxnLst/>
            <a:rect l="0" t="0" r="0" b="0"/>
            <a:pathLst>
              <a:path w="695045" h="370159">
                <a:moveTo>
                  <a:pt x="12065" y="993"/>
                </a:moveTo>
                <a:lnTo>
                  <a:pt x="695044" y="0"/>
                </a:lnTo>
                <a:lnTo>
                  <a:pt x="685850" y="354884"/>
                </a:lnTo>
                <a:lnTo>
                  <a:pt x="0" y="370158"/>
                </a:lnTo>
                <a:lnTo>
                  <a:pt x="5856" y="11095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F186FE-8C26-ACFD-16F6-C0B3EF51E64F}"/>
              </a:ext>
            </a:extLst>
          </p:cNvPr>
          <p:cNvSpPr txBox="1"/>
          <p:nvPr/>
        </p:nvSpPr>
        <p:spPr>
          <a:xfrm>
            <a:off x="3073400" y="4483100"/>
            <a:ext cx="635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Municipality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F25B9C-8C2B-D8F0-FD15-D9446A65C7A2}"/>
              </a:ext>
            </a:extLst>
          </p:cNvPr>
          <p:cNvSpPr/>
          <p:nvPr/>
        </p:nvSpPr>
        <p:spPr>
          <a:xfrm>
            <a:off x="3835400" y="317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6FD5098-7244-3787-575C-A1A0F29713DA}"/>
              </a:ext>
            </a:extLst>
          </p:cNvPr>
          <p:cNvSpPr/>
          <p:nvPr/>
        </p:nvSpPr>
        <p:spPr>
          <a:xfrm>
            <a:off x="3829407" y="3168622"/>
            <a:ext cx="700201" cy="365732"/>
          </a:xfrm>
          <a:custGeom>
            <a:avLst/>
            <a:gdLst/>
            <a:ahLst/>
            <a:cxnLst/>
            <a:rect l="0" t="0" r="0" b="0"/>
            <a:pathLst>
              <a:path w="700201" h="365732">
                <a:moveTo>
                  <a:pt x="2877" y="4392"/>
                </a:moveTo>
                <a:lnTo>
                  <a:pt x="689566" y="8544"/>
                </a:lnTo>
                <a:lnTo>
                  <a:pt x="700200" y="365731"/>
                </a:lnTo>
                <a:lnTo>
                  <a:pt x="14005" y="362692"/>
                </a:lnTo>
                <a:lnTo>
                  <a:pt x="0" y="0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0A3965-3D3A-631E-ABE6-871CAFB9CDB8}"/>
              </a:ext>
            </a:extLst>
          </p:cNvPr>
          <p:cNvSpPr txBox="1"/>
          <p:nvPr/>
        </p:nvSpPr>
        <p:spPr>
          <a:xfrm>
            <a:off x="3860800" y="3213100"/>
            <a:ext cx="635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Province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87F9677-0AC2-9AF4-E728-DCDDE2F42A7C}"/>
              </a:ext>
            </a:extLst>
          </p:cNvPr>
          <p:cNvSpPr/>
          <p:nvPr/>
        </p:nvSpPr>
        <p:spPr>
          <a:xfrm>
            <a:off x="4622800" y="317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5DC92292-163E-CAD4-7FAB-15261CBB1CA7}"/>
              </a:ext>
            </a:extLst>
          </p:cNvPr>
          <p:cNvSpPr/>
          <p:nvPr/>
        </p:nvSpPr>
        <p:spPr>
          <a:xfrm>
            <a:off x="4620134" y="3166350"/>
            <a:ext cx="691968" cy="368835"/>
          </a:xfrm>
          <a:custGeom>
            <a:avLst/>
            <a:gdLst/>
            <a:ahLst/>
            <a:cxnLst/>
            <a:rect l="0" t="0" r="0" b="0"/>
            <a:pathLst>
              <a:path w="691968" h="368835">
                <a:moveTo>
                  <a:pt x="0" y="0"/>
                </a:moveTo>
                <a:lnTo>
                  <a:pt x="691967" y="7142"/>
                </a:lnTo>
                <a:lnTo>
                  <a:pt x="683276" y="368834"/>
                </a:lnTo>
                <a:lnTo>
                  <a:pt x="9305" y="363435"/>
                </a:lnTo>
                <a:lnTo>
                  <a:pt x="7371" y="2800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115A46-EF74-B17F-4471-6605B618A67B}"/>
              </a:ext>
            </a:extLst>
          </p:cNvPr>
          <p:cNvSpPr txBox="1"/>
          <p:nvPr/>
        </p:nvSpPr>
        <p:spPr>
          <a:xfrm>
            <a:off x="4648200" y="3213100"/>
            <a:ext cx="63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Human Settlements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132B54A-F620-9110-645B-BED7AFE106E2}"/>
              </a:ext>
            </a:extLst>
          </p:cNvPr>
          <p:cNvSpPr/>
          <p:nvPr/>
        </p:nvSpPr>
        <p:spPr>
          <a:xfrm>
            <a:off x="5410200" y="444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BBEA6DB-82B4-D5A5-41E2-247AB42C77E5}"/>
              </a:ext>
            </a:extLst>
          </p:cNvPr>
          <p:cNvSpPr/>
          <p:nvPr/>
        </p:nvSpPr>
        <p:spPr>
          <a:xfrm>
            <a:off x="5401960" y="4444395"/>
            <a:ext cx="697271" cy="352016"/>
          </a:xfrm>
          <a:custGeom>
            <a:avLst/>
            <a:gdLst/>
            <a:ahLst/>
            <a:cxnLst/>
            <a:rect l="0" t="0" r="0" b="0"/>
            <a:pathLst>
              <a:path w="697271" h="352016">
                <a:moveTo>
                  <a:pt x="6234" y="0"/>
                </a:moveTo>
                <a:lnTo>
                  <a:pt x="697270" y="8076"/>
                </a:lnTo>
                <a:lnTo>
                  <a:pt x="692722" y="350878"/>
                </a:lnTo>
                <a:lnTo>
                  <a:pt x="0" y="352015"/>
                </a:lnTo>
                <a:lnTo>
                  <a:pt x="5799" y="9061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1480A5-4BBA-28D5-D48D-FF171B9E9987}"/>
              </a:ext>
            </a:extLst>
          </p:cNvPr>
          <p:cNvSpPr txBox="1"/>
          <p:nvPr/>
        </p:nvSpPr>
        <p:spPr>
          <a:xfrm>
            <a:off x="5435600" y="4483100"/>
            <a:ext cx="635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Land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3E5EC3D-0DE0-2A83-4D25-E6BC8C041D30}"/>
              </a:ext>
            </a:extLst>
          </p:cNvPr>
          <p:cNvSpPr/>
          <p:nvPr/>
        </p:nvSpPr>
        <p:spPr>
          <a:xfrm>
            <a:off x="6197600" y="317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A9DEEEC6-DE15-B32A-F498-189512E5F5DE}"/>
              </a:ext>
            </a:extLst>
          </p:cNvPr>
          <p:cNvSpPr/>
          <p:nvPr/>
        </p:nvSpPr>
        <p:spPr>
          <a:xfrm>
            <a:off x="6190428" y="3169358"/>
            <a:ext cx="692184" cy="365679"/>
          </a:xfrm>
          <a:custGeom>
            <a:avLst/>
            <a:gdLst/>
            <a:ahLst/>
            <a:cxnLst/>
            <a:rect l="0" t="0" r="0" b="0"/>
            <a:pathLst>
              <a:path w="692184" h="365679">
                <a:moveTo>
                  <a:pt x="0" y="0"/>
                </a:moveTo>
                <a:lnTo>
                  <a:pt x="692183" y="12344"/>
                </a:lnTo>
                <a:lnTo>
                  <a:pt x="687636" y="354768"/>
                </a:lnTo>
                <a:lnTo>
                  <a:pt x="967" y="365678"/>
                </a:lnTo>
                <a:lnTo>
                  <a:pt x="12339" y="1495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D9E828-7BE2-840B-1333-02B77D1F68FF}"/>
              </a:ext>
            </a:extLst>
          </p:cNvPr>
          <p:cNvSpPr txBox="1"/>
          <p:nvPr/>
        </p:nvSpPr>
        <p:spPr>
          <a:xfrm>
            <a:off x="6223000" y="3213100"/>
            <a:ext cx="63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Temporary housing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B38708A-476A-F8D3-C003-A6EC60BEE1AA}"/>
              </a:ext>
            </a:extLst>
          </p:cNvPr>
          <p:cNvSpPr/>
          <p:nvPr/>
        </p:nvSpPr>
        <p:spPr>
          <a:xfrm>
            <a:off x="6985000" y="3175000"/>
            <a:ext cx="6858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EB04CF0-AC63-10D7-547C-7F2FDFA19406}"/>
              </a:ext>
            </a:extLst>
          </p:cNvPr>
          <p:cNvSpPr/>
          <p:nvPr/>
        </p:nvSpPr>
        <p:spPr>
          <a:xfrm>
            <a:off x="6980440" y="3171623"/>
            <a:ext cx="699177" cy="367085"/>
          </a:xfrm>
          <a:custGeom>
            <a:avLst/>
            <a:gdLst/>
            <a:ahLst/>
            <a:cxnLst/>
            <a:rect l="0" t="0" r="0" b="0"/>
            <a:pathLst>
              <a:path w="699177" h="367085">
                <a:moveTo>
                  <a:pt x="0" y="6788"/>
                </a:moveTo>
                <a:lnTo>
                  <a:pt x="699176" y="0"/>
                </a:lnTo>
                <a:lnTo>
                  <a:pt x="681613" y="367084"/>
                </a:lnTo>
                <a:lnTo>
                  <a:pt x="3808" y="357122"/>
                </a:lnTo>
                <a:lnTo>
                  <a:pt x="11507" y="4016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A8F3FA-C12C-1DD3-52CE-35E44EB21E4D}"/>
              </a:ext>
            </a:extLst>
          </p:cNvPr>
          <p:cNvSpPr txBox="1"/>
          <p:nvPr/>
        </p:nvSpPr>
        <p:spPr>
          <a:xfrm>
            <a:off x="7010400" y="3213100"/>
            <a:ext cx="63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222222"/>
                </a:solidFill>
                <a:latin typeface="Ink Free" panose="03080402000500000000" pitchFamily="66" charset="0"/>
              </a:rPr>
              <a:t>Permanent housing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0093FE8-8B0F-58FD-2B8F-1722B35072CA}"/>
              </a:ext>
            </a:extLst>
          </p:cNvPr>
          <p:cNvSpPr/>
          <p:nvPr/>
        </p:nvSpPr>
        <p:spPr>
          <a:xfrm>
            <a:off x="1422400" y="1244600"/>
            <a:ext cx="13970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50E2C82-F3CA-E327-29F8-1BF00C79EC1F}"/>
              </a:ext>
            </a:extLst>
          </p:cNvPr>
          <p:cNvSpPr/>
          <p:nvPr/>
        </p:nvSpPr>
        <p:spPr>
          <a:xfrm>
            <a:off x="1414303" y="1243700"/>
            <a:ext cx="1408772" cy="335945"/>
          </a:xfrm>
          <a:custGeom>
            <a:avLst/>
            <a:gdLst/>
            <a:ahLst/>
            <a:cxnLst/>
            <a:rect l="0" t="0" r="0" b="0"/>
            <a:pathLst>
              <a:path w="1408772" h="335945">
                <a:moveTo>
                  <a:pt x="2498" y="6888"/>
                </a:moveTo>
                <a:lnTo>
                  <a:pt x="467593" y="0"/>
                </a:lnTo>
                <a:lnTo>
                  <a:pt x="936507" y="7279"/>
                </a:lnTo>
                <a:lnTo>
                  <a:pt x="1408771" y="92"/>
                </a:lnTo>
                <a:lnTo>
                  <a:pt x="1399691" y="335944"/>
                </a:lnTo>
                <a:lnTo>
                  <a:pt x="942534" y="334413"/>
                </a:lnTo>
                <a:lnTo>
                  <a:pt x="468029" y="325541"/>
                </a:lnTo>
                <a:lnTo>
                  <a:pt x="0" y="325187"/>
                </a:lnTo>
                <a:lnTo>
                  <a:pt x="9126" y="6589"/>
                </a:lnTo>
              </a:path>
            </a:pathLst>
          </a:custGeom>
          <a:ln w="1651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76C2E1-C84C-14C3-CBD2-CFB6382AF1B5}"/>
              </a:ext>
            </a:extLst>
          </p:cNvPr>
          <p:cNvSpPr txBox="1"/>
          <p:nvPr/>
        </p:nvSpPr>
        <p:spPr>
          <a:xfrm>
            <a:off x="1473200" y="13081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6FA8CF"/>
                </a:solidFill>
                <a:latin typeface="Ink Free" panose="03080402000500000000" pitchFamily="66" charset="0"/>
              </a:rPr>
              <a:t>risk information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21A4FEF8-2255-F0A9-186B-FF08457CEB06}"/>
              </a:ext>
            </a:extLst>
          </p:cNvPr>
          <p:cNvSpPr/>
          <p:nvPr/>
        </p:nvSpPr>
        <p:spPr>
          <a:xfrm>
            <a:off x="1804756" y="1569367"/>
            <a:ext cx="45829" cy="305457"/>
          </a:xfrm>
          <a:custGeom>
            <a:avLst/>
            <a:gdLst/>
            <a:ahLst/>
            <a:cxnLst/>
            <a:rect l="0" t="0" r="0" b="0"/>
            <a:pathLst>
              <a:path w="45829" h="305457">
                <a:moveTo>
                  <a:pt x="45828" y="0"/>
                </a:moveTo>
                <a:lnTo>
                  <a:pt x="0" y="305456"/>
                </a:lnTo>
              </a:path>
            </a:pathLst>
          </a:custGeom>
          <a:ln w="19050">
            <a:solidFill>
              <a:srgbClr val="6FA8C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313CA4C-ED35-7DA4-1317-EA2EC3F3EE22}"/>
              </a:ext>
            </a:extLst>
          </p:cNvPr>
          <p:cNvSpPr/>
          <p:nvPr/>
        </p:nvSpPr>
        <p:spPr>
          <a:xfrm>
            <a:off x="2186477" y="1551189"/>
            <a:ext cx="5383895" cy="176739"/>
          </a:xfrm>
          <a:custGeom>
            <a:avLst/>
            <a:gdLst/>
            <a:ahLst/>
            <a:cxnLst/>
            <a:rect l="0" t="0" r="0" b="0"/>
            <a:pathLst>
              <a:path w="5383895" h="176739">
                <a:moveTo>
                  <a:pt x="0" y="99784"/>
                </a:moveTo>
                <a:lnTo>
                  <a:pt x="524051" y="76892"/>
                </a:lnTo>
                <a:lnTo>
                  <a:pt x="1038944" y="47380"/>
                </a:lnTo>
                <a:lnTo>
                  <a:pt x="1565257" y="23228"/>
                </a:lnTo>
                <a:lnTo>
                  <a:pt x="2083805" y="0"/>
                </a:lnTo>
                <a:lnTo>
                  <a:pt x="2550832" y="27761"/>
                </a:lnTo>
                <a:lnTo>
                  <a:pt x="3027841" y="45961"/>
                </a:lnTo>
                <a:lnTo>
                  <a:pt x="3489893" y="68141"/>
                </a:lnTo>
                <a:lnTo>
                  <a:pt x="3968105" y="97793"/>
                </a:lnTo>
                <a:lnTo>
                  <a:pt x="4438396" y="127706"/>
                </a:lnTo>
                <a:lnTo>
                  <a:pt x="4911689" y="144492"/>
                </a:lnTo>
                <a:lnTo>
                  <a:pt x="5383894" y="176738"/>
                </a:lnTo>
              </a:path>
            </a:pathLst>
          </a:custGeom>
          <a:ln w="12700" cap="rnd">
            <a:solidFill>
              <a:srgbClr val="6FA8CF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88C3D3-8F84-CFBF-FFAD-3CC1AB447BB6}"/>
              </a:ext>
            </a:extLst>
          </p:cNvPr>
          <p:cNvSpPr txBox="1"/>
          <p:nvPr/>
        </p:nvSpPr>
        <p:spPr>
          <a:xfrm>
            <a:off x="4267200" y="12954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FA8CF"/>
                </a:solidFill>
                <a:latin typeface="Ink Free" panose="03080402000500000000" pitchFamily="66" charset="0"/>
              </a:rPr>
              <a:t>fades as it moves down the chain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525928-7E62-F055-A695-022E104600F4}"/>
              </a:ext>
            </a:extLst>
          </p:cNvPr>
          <p:cNvSpPr txBox="1"/>
          <p:nvPr/>
        </p:nvSpPr>
        <p:spPr>
          <a:xfrm>
            <a:off x="1473200" y="56134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D0312D"/>
                </a:solidFill>
                <a:latin typeface="Bahnschrift" panose="020B0502040204020203" pitchFamily="34" charset="0"/>
              </a:rPr>
              <a:t>8 links · 3 spheres · 7 hand-offs · 0 end-to-end owners</a:t>
            </a:r>
          </a:p>
        </p:txBody>
      </p:sp>
    </p:spTree>
    <p:extLst>
      <p:ext uri="{BB962C8B-B14F-4D97-AF65-F5344CB8AC3E}">
        <p14:creationId xmlns:p14="http://schemas.microsoft.com/office/powerpoint/2010/main" val="47306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A3389-90A5-A97D-6A5A-A65F71583C9A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STATE 5 OF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4AD3A-AE6D-0D4A-65E4-F66F868938A3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Frame 5 — Is this only South Africa?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A2407-3458-B87B-7635-6B93ED370237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AD329-8632-7612-DDEB-2355DD833B79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1BB66-195D-2BA8-81B5-8DDB983706A7}"/>
              </a:ext>
            </a:extLst>
          </p:cNvPr>
          <p:cNvSpPr txBox="1"/>
          <p:nvPr/>
        </p:nvSpPr>
        <p:spPr>
          <a:xfrm>
            <a:off x="8255000" y="1168400"/>
            <a:ext cx="342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CDCDCD"/>
                </a:solidFill>
                <a:latin typeface="Bahnschrift" panose="020B0502040204020203" pitchFamily="34" charset="0"/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510F3-1222-0526-004D-892983345B5D}"/>
              </a:ext>
            </a:extLst>
          </p:cNvPr>
          <p:cNvSpPr txBox="1"/>
          <p:nvPr/>
        </p:nvSpPr>
        <p:spPr>
          <a:xfrm>
            <a:off x="8255000" y="1905000"/>
            <a:ext cx="342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International cases: failure-like systems on the left, different architectures on the right.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44E81-DCCA-3707-4863-2035651611F9}"/>
              </a:ext>
            </a:extLst>
          </p:cNvPr>
          <p:cNvSpPr txBox="1"/>
          <p:nvPr/>
        </p:nvSpPr>
        <p:spPr>
          <a:xfrm>
            <a:off x="8255000" y="3327400"/>
            <a:ext cx="342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FB3B6-7F14-4265-472D-F3FF251F8BD8}"/>
              </a:ext>
            </a:extLst>
          </p:cNvPr>
          <p:cNvSpPr txBox="1"/>
          <p:nvPr/>
        </p:nvSpPr>
        <p:spPr>
          <a:xfrm>
            <a:off x="8255000" y="3530600"/>
            <a:ext cx="3429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Ink Free" panose="03080402000500000000" pitchFamily="66" charset="0"/>
              </a:rPr>
              <a:t>Scroll: red flood marks drop onto each timeline after the move. The right-hand timelines stay clean.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78168E-61E1-D303-EED2-ADC8849BEF51}"/>
              </a:ext>
            </a:extLst>
          </p:cNvPr>
          <p:cNvSpPr/>
          <p:nvPr/>
        </p:nvSpPr>
        <p:spPr>
          <a:xfrm>
            <a:off x="8077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4502E3-AF68-8390-2C0C-55CF2B857001}"/>
              </a:ext>
            </a:extLst>
          </p:cNvPr>
          <p:cNvSpPr/>
          <p:nvPr/>
        </p:nvSpPr>
        <p:spPr>
          <a:xfrm>
            <a:off x="8356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F8715C-9D3F-5922-E810-36A2A13007DA}"/>
              </a:ext>
            </a:extLst>
          </p:cNvPr>
          <p:cNvSpPr/>
          <p:nvPr/>
        </p:nvSpPr>
        <p:spPr>
          <a:xfrm>
            <a:off x="86360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B1AD89F-5E0A-C92B-60ED-2F1E75B9478B}"/>
              </a:ext>
            </a:extLst>
          </p:cNvPr>
          <p:cNvSpPr/>
          <p:nvPr/>
        </p:nvSpPr>
        <p:spPr>
          <a:xfrm>
            <a:off x="89154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3D34EA3-2EE4-8045-7921-2F1F58E38AEE}"/>
              </a:ext>
            </a:extLst>
          </p:cNvPr>
          <p:cNvSpPr/>
          <p:nvPr/>
        </p:nvSpPr>
        <p:spPr>
          <a:xfrm>
            <a:off x="9182100" y="63881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9FE80B-32FC-2C0A-68BC-C2434D971E72}"/>
              </a:ext>
            </a:extLst>
          </p:cNvPr>
          <p:cNvSpPr/>
          <p:nvPr/>
        </p:nvSpPr>
        <p:spPr>
          <a:xfrm>
            <a:off x="9474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661EF3-999D-67CE-E14A-CD03034AB54B}"/>
              </a:ext>
            </a:extLst>
          </p:cNvPr>
          <p:cNvSpPr/>
          <p:nvPr/>
        </p:nvSpPr>
        <p:spPr>
          <a:xfrm>
            <a:off x="9753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B5569-6D52-68D0-5776-A0FFFCC182CD}"/>
              </a:ext>
            </a:extLst>
          </p:cNvPr>
          <p:cNvSpPr txBox="1"/>
          <p:nvPr/>
        </p:nvSpPr>
        <p:spPr>
          <a:xfrm>
            <a:off x="8128000" y="6578600"/>
            <a:ext cx="254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700">
                <a:solidFill>
                  <a:srgbClr val="8C8C8C"/>
                </a:solidFill>
                <a:latin typeface="Consolas" panose="020B0609020204030204" pitchFamily="49" charset="0"/>
              </a:rPr>
              <a:t>frame 1 2 3 4 5 6 7</a:t>
            </a:r>
            <a:endParaRPr lang="en-US" sz="70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E9974E-456D-3E90-AAF1-0358F977C243}"/>
              </a:ext>
            </a:extLst>
          </p:cNvPr>
          <p:cNvSpPr txBox="1"/>
          <p:nvPr/>
        </p:nvSpPr>
        <p:spPr>
          <a:xfrm>
            <a:off x="457200" y="1219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D0312D"/>
                </a:solidFill>
                <a:latin typeface="Bahnschrift" panose="020B0502040204020203" pitchFamily="34" charset="0"/>
              </a:rPr>
              <a:t>Failure-like systems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9B6794-5FDE-610F-CACA-E15E6EA2E82F}"/>
              </a:ext>
            </a:extLst>
          </p:cNvPr>
          <p:cNvSpPr txBox="1"/>
          <p:nvPr/>
        </p:nvSpPr>
        <p:spPr>
          <a:xfrm>
            <a:off x="5029200" y="1219200"/>
            <a:ext cx="292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22222"/>
                </a:solidFill>
                <a:latin typeface="Bahnschrift" panose="020B0502040204020203" pitchFamily="34" charset="0"/>
              </a:rPr>
              <a:t>Different architectures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90D2BD-8338-A83C-5759-D92FC55B423C}"/>
              </a:ext>
            </a:extLst>
          </p:cNvPr>
          <p:cNvCxnSpPr/>
          <p:nvPr/>
        </p:nvCxnSpPr>
        <p:spPr>
          <a:xfrm>
            <a:off x="8382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1CBA8F-D4E2-7272-4867-BFE57AEFC4F7}"/>
              </a:ext>
            </a:extLst>
          </p:cNvPr>
          <p:cNvCxnSpPr/>
          <p:nvPr/>
        </p:nvCxnSpPr>
        <p:spPr>
          <a:xfrm>
            <a:off x="838200" y="4980628"/>
            <a:ext cx="0" cy="759772"/>
          </a:xfrm>
          <a:prstGeom prst="line">
            <a:avLst/>
          </a:prstGeom>
          <a:ln w="1905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F5BDC9B-EA81-FEA7-57DE-9D150EBD518A}"/>
              </a:ext>
            </a:extLst>
          </p:cNvPr>
          <p:cNvSpPr/>
          <p:nvPr/>
        </p:nvSpPr>
        <p:spPr>
          <a:xfrm>
            <a:off x="769018" y="4960127"/>
            <a:ext cx="130871" cy="38865"/>
          </a:xfrm>
          <a:custGeom>
            <a:avLst/>
            <a:gdLst/>
            <a:ahLst/>
            <a:cxnLst/>
            <a:rect l="0" t="0" r="0" b="0"/>
            <a:pathLst>
              <a:path w="130871" h="38865">
                <a:moveTo>
                  <a:pt x="5937" y="13286"/>
                </a:moveTo>
                <a:lnTo>
                  <a:pt x="128512" y="13858"/>
                </a:lnTo>
                <a:lnTo>
                  <a:pt x="130870" y="35649"/>
                </a:lnTo>
                <a:lnTo>
                  <a:pt x="0" y="38864"/>
                </a:lnTo>
                <a:lnTo>
                  <a:pt x="13312" y="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D231F-07DA-0AEA-33AC-2CCD336C61B1}"/>
              </a:ext>
            </a:extLst>
          </p:cNvPr>
          <p:cNvSpPr/>
          <p:nvPr/>
        </p:nvSpPr>
        <p:spPr>
          <a:xfrm>
            <a:off x="806450" y="5055269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2CE450-71D9-CECA-40B3-07B9D270137E}"/>
              </a:ext>
            </a:extLst>
          </p:cNvPr>
          <p:cNvSpPr/>
          <p:nvPr/>
        </p:nvSpPr>
        <p:spPr>
          <a:xfrm>
            <a:off x="806450" y="5469689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DE885A-2564-E9F1-482B-5C8C132ECC16}"/>
              </a:ext>
            </a:extLst>
          </p:cNvPr>
          <p:cNvSpPr txBox="1"/>
          <p:nvPr/>
        </p:nvSpPr>
        <p:spPr>
          <a:xfrm rot="2400000">
            <a:off x="7366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South Africa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552B98-7AB7-F37B-4216-2184D613552E}"/>
              </a:ext>
            </a:extLst>
          </p:cNvPr>
          <p:cNvCxnSpPr/>
          <p:nvPr/>
        </p:nvCxnSpPr>
        <p:spPr>
          <a:xfrm>
            <a:off x="13970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3C8373-D005-68F9-6E10-DA8F33388553}"/>
              </a:ext>
            </a:extLst>
          </p:cNvPr>
          <p:cNvCxnSpPr/>
          <p:nvPr/>
        </p:nvCxnSpPr>
        <p:spPr>
          <a:xfrm>
            <a:off x="1397000" y="4289926"/>
            <a:ext cx="0" cy="1450474"/>
          </a:xfrm>
          <a:prstGeom prst="line">
            <a:avLst/>
          </a:prstGeom>
          <a:ln w="1905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3FF0C0E-2BA9-2561-1CAC-FC35011BC97E}"/>
              </a:ext>
            </a:extLst>
          </p:cNvPr>
          <p:cNvSpPr/>
          <p:nvPr/>
        </p:nvSpPr>
        <p:spPr>
          <a:xfrm>
            <a:off x="1325139" y="4268935"/>
            <a:ext cx="135752" cy="37712"/>
          </a:xfrm>
          <a:custGeom>
            <a:avLst/>
            <a:gdLst/>
            <a:ahLst/>
            <a:cxnLst/>
            <a:rect l="0" t="0" r="0" b="0"/>
            <a:pathLst>
              <a:path w="135752" h="37712">
                <a:moveTo>
                  <a:pt x="2551" y="11049"/>
                </a:moveTo>
                <a:lnTo>
                  <a:pt x="135751" y="10784"/>
                </a:lnTo>
                <a:lnTo>
                  <a:pt x="133381" y="30758"/>
                </a:lnTo>
                <a:lnTo>
                  <a:pt x="9116" y="37711"/>
                </a:lnTo>
                <a:lnTo>
                  <a:pt x="0" y="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BE2E93-4AD3-5C13-A907-C9B4604BD651}"/>
              </a:ext>
            </a:extLst>
          </p:cNvPr>
          <p:cNvSpPr/>
          <p:nvPr/>
        </p:nvSpPr>
        <p:spPr>
          <a:xfrm>
            <a:off x="1365250" y="4502707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7C46D2-8B27-B07C-2A0B-36F97DE99459}"/>
              </a:ext>
            </a:extLst>
          </p:cNvPr>
          <p:cNvSpPr/>
          <p:nvPr/>
        </p:nvSpPr>
        <p:spPr>
          <a:xfrm>
            <a:off x="1365250" y="4640847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BC0802-23EA-26A9-C722-8FC86B78592A}"/>
              </a:ext>
            </a:extLst>
          </p:cNvPr>
          <p:cNvSpPr/>
          <p:nvPr/>
        </p:nvSpPr>
        <p:spPr>
          <a:xfrm>
            <a:off x="1365250" y="4778988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EFB2A9-AC23-702E-E486-088369698705}"/>
              </a:ext>
            </a:extLst>
          </p:cNvPr>
          <p:cNvSpPr/>
          <p:nvPr/>
        </p:nvSpPr>
        <p:spPr>
          <a:xfrm>
            <a:off x="1365250" y="4917128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E4F394-2E44-F593-D354-58DE35587A30}"/>
              </a:ext>
            </a:extLst>
          </p:cNvPr>
          <p:cNvSpPr/>
          <p:nvPr/>
        </p:nvSpPr>
        <p:spPr>
          <a:xfrm>
            <a:off x="1365250" y="5193409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592C53-114C-836E-5DE4-B20E30899BEB}"/>
              </a:ext>
            </a:extLst>
          </p:cNvPr>
          <p:cNvSpPr txBox="1"/>
          <p:nvPr/>
        </p:nvSpPr>
        <p:spPr>
          <a:xfrm rot="2400000">
            <a:off x="12954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Chennai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D21395-2061-4A5E-0F66-EC4789307CDE}"/>
              </a:ext>
            </a:extLst>
          </p:cNvPr>
          <p:cNvCxnSpPr/>
          <p:nvPr/>
        </p:nvCxnSpPr>
        <p:spPr>
          <a:xfrm>
            <a:off x="19558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B6999A2-BB66-BA89-C6F6-EDB830CEFA9A}"/>
              </a:ext>
            </a:extLst>
          </p:cNvPr>
          <p:cNvCxnSpPr/>
          <p:nvPr/>
        </p:nvCxnSpPr>
        <p:spPr>
          <a:xfrm>
            <a:off x="1955800" y="2079681"/>
            <a:ext cx="0" cy="3660719"/>
          </a:xfrm>
          <a:prstGeom prst="line">
            <a:avLst/>
          </a:prstGeom>
          <a:ln w="1905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FC153EE-4009-662D-DD82-6EA0610B5027}"/>
              </a:ext>
            </a:extLst>
          </p:cNvPr>
          <p:cNvSpPr/>
          <p:nvPr/>
        </p:nvSpPr>
        <p:spPr>
          <a:xfrm>
            <a:off x="1888365" y="2064326"/>
            <a:ext cx="129101" cy="34708"/>
          </a:xfrm>
          <a:custGeom>
            <a:avLst/>
            <a:gdLst/>
            <a:ahLst/>
            <a:cxnLst/>
            <a:rect l="0" t="0" r="0" b="0"/>
            <a:pathLst>
              <a:path w="129101" h="34708">
                <a:moveTo>
                  <a:pt x="605" y="0"/>
                </a:moveTo>
                <a:lnTo>
                  <a:pt x="129100" y="7718"/>
                </a:lnTo>
                <a:lnTo>
                  <a:pt x="124493" y="28972"/>
                </a:lnTo>
                <a:lnTo>
                  <a:pt x="0" y="34707"/>
                </a:lnTo>
                <a:lnTo>
                  <a:pt x="6476" y="995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84A904-BFB8-7B07-9D1C-AE5623079BF5}"/>
              </a:ext>
            </a:extLst>
          </p:cNvPr>
          <p:cNvSpPr/>
          <p:nvPr/>
        </p:nvSpPr>
        <p:spPr>
          <a:xfrm>
            <a:off x="1924050" y="3259444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341B1B-D87D-5886-8DC7-EE5D4D917B27}"/>
              </a:ext>
            </a:extLst>
          </p:cNvPr>
          <p:cNvSpPr/>
          <p:nvPr/>
        </p:nvSpPr>
        <p:spPr>
          <a:xfrm>
            <a:off x="1924050" y="3673865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282281-6021-E795-A7F0-E3E8629DEEFE}"/>
              </a:ext>
            </a:extLst>
          </p:cNvPr>
          <p:cNvSpPr/>
          <p:nvPr/>
        </p:nvSpPr>
        <p:spPr>
          <a:xfrm>
            <a:off x="1924050" y="3950146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B38AD8-1777-D5AB-209B-E5D98B038A39}"/>
              </a:ext>
            </a:extLst>
          </p:cNvPr>
          <p:cNvSpPr/>
          <p:nvPr/>
        </p:nvSpPr>
        <p:spPr>
          <a:xfrm>
            <a:off x="1924050" y="4778988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77C83A-CA07-DCE4-0B6F-05885498EA23}"/>
              </a:ext>
            </a:extLst>
          </p:cNvPr>
          <p:cNvSpPr txBox="1"/>
          <p:nvPr/>
        </p:nvSpPr>
        <p:spPr>
          <a:xfrm rot="2400000">
            <a:off x="18542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Kasiglahan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DADB1F2-83BB-31DC-A4B4-D4B54BA4DAA6}"/>
              </a:ext>
            </a:extLst>
          </p:cNvPr>
          <p:cNvCxnSpPr/>
          <p:nvPr/>
        </p:nvCxnSpPr>
        <p:spPr>
          <a:xfrm>
            <a:off x="25146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E0303D-CDF3-7A04-F92F-29034332C19F}"/>
              </a:ext>
            </a:extLst>
          </p:cNvPr>
          <p:cNvCxnSpPr/>
          <p:nvPr/>
        </p:nvCxnSpPr>
        <p:spPr>
          <a:xfrm>
            <a:off x="2514600" y="3461084"/>
            <a:ext cx="0" cy="2279316"/>
          </a:xfrm>
          <a:prstGeom prst="line">
            <a:avLst/>
          </a:prstGeom>
          <a:ln w="1905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8B2B5CB-54D2-EDC9-C6AE-21A4243FEAB7}"/>
              </a:ext>
            </a:extLst>
          </p:cNvPr>
          <p:cNvSpPr/>
          <p:nvPr/>
        </p:nvSpPr>
        <p:spPr>
          <a:xfrm>
            <a:off x="2443486" y="3441361"/>
            <a:ext cx="141827" cy="35298"/>
          </a:xfrm>
          <a:custGeom>
            <a:avLst/>
            <a:gdLst/>
            <a:ahLst/>
            <a:cxnLst/>
            <a:rect l="0" t="0" r="0" b="0"/>
            <a:pathLst>
              <a:path w="141827" h="35298">
                <a:moveTo>
                  <a:pt x="8864" y="9609"/>
                </a:moveTo>
                <a:lnTo>
                  <a:pt x="141826" y="4716"/>
                </a:lnTo>
                <a:lnTo>
                  <a:pt x="128942" y="35297"/>
                </a:lnTo>
                <a:lnTo>
                  <a:pt x="611" y="24804"/>
                </a:lnTo>
                <a:lnTo>
                  <a:pt x="0" y="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85EAC5D-056C-B3A7-8FC6-7472F5340246}"/>
              </a:ext>
            </a:extLst>
          </p:cNvPr>
          <p:cNvSpPr/>
          <p:nvPr/>
        </p:nvSpPr>
        <p:spPr>
          <a:xfrm>
            <a:off x="2476500" y="3530154"/>
            <a:ext cx="76200" cy="2210246"/>
          </a:xfrm>
          <a:prstGeom prst="rect">
            <a:avLst/>
          </a:prstGeom>
          <a:solidFill>
            <a:srgbClr val="F4B6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B919B8-1558-D285-A107-BCD88442A42A}"/>
              </a:ext>
            </a:extLst>
          </p:cNvPr>
          <p:cNvSpPr txBox="1"/>
          <p:nvPr/>
        </p:nvSpPr>
        <p:spPr>
          <a:xfrm rot="2400000">
            <a:off x="24130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Corail-Canaan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BB5E54-1C3A-C6B1-2755-8379A2F7896D}"/>
              </a:ext>
            </a:extLst>
          </p:cNvPr>
          <p:cNvCxnSpPr/>
          <p:nvPr/>
        </p:nvCxnSpPr>
        <p:spPr>
          <a:xfrm>
            <a:off x="30734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E915E7-B427-729C-2A86-934B906E18E4}"/>
              </a:ext>
            </a:extLst>
          </p:cNvPr>
          <p:cNvCxnSpPr/>
          <p:nvPr/>
        </p:nvCxnSpPr>
        <p:spPr>
          <a:xfrm>
            <a:off x="3073400" y="4428067"/>
            <a:ext cx="0" cy="1312333"/>
          </a:xfrm>
          <a:prstGeom prst="line">
            <a:avLst/>
          </a:prstGeom>
          <a:ln w="1905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FCE4F97-D42B-042B-FEB4-5CE9D4F2AF5C}"/>
              </a:ext>
            </a:extLst>
          </p:cNvPr>
          <p:cNvSpPr/>
          <p:nvPr/>
        </p:nvSpPr>
        <p:spPr>
          <a:xfrm>
            <a:off x="3009197" y="4408152"/>
            <a:ext cx="134775" cy="39747"/>
          </a:xfrm>
          <a:custGeom>
            <a:avLst/>
            <a:gdLst/>
            <a:ahLst/>
            <a:cxnLst/>
            <a:rect l="0" t="0" r="0" b="0"/>
            <a:pathLst>
              <a:path w="134775" h="39747">
                <a:moveTo>
                  <a:pt x="0" y="8194"/>
                </a:moveTo>
                <a:lnTo>
                  <a:pt x="134774" y="11291"/>
                </a:lnTo>
                <a:lnTo>
                  <a:pt x="120353" y="30386"/>
                </a:lnTo>
                <a:lnTo>
                  <a:pt x="425" y="39746"/>
                </a:lnTo>
                <a:lnTo>
                  <a:pt x="8749" y="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4ECEB4-47A1-B026-DF1F-7D121018CF2C}"/>
              </a:ext>
            </a:extLst>
          </p:cNvPr>
          <p:cNvSpPr/>
          <p:nvPr/>
        </p:nvSpPr>
        <p:spPr>
          <a:xfrm>
            <a:off x="3041650" y="4502707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7CA9017-4EE8-A6F4-6C3E-C484A50A3168}"/>
              </a:ext>
            </a:extLst>
          </p:cNvPr>
          <p:cNvSpPr/>
          <p:nvPr/>
        </p:nvSpPr>
        <p:spPr>
          <a:xfrm>
            <a:off x="3041650" y="4640847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382914-DDD5-CA68-1EBE-D1EF3AFC6EA1}"/>
              </a:ext>
            </a:extLst>
          </p:cNvPr>
          <p:cNvSpPr/>
          <p:nvPr/>
        </p:nvSpPr>
        <p:spPr>
          <a:xfrm>
            <a:off x="3041650" y="4778988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90517EA-CF6E-7B76-409E-9E8C0E449BBE}"/>
              </a:ext>
            </a:extLst>
          </p:cNvPr>
          <p:cNvSpPr/>
          <p:nvPr/>
        </p:nvSpPr>
        <p:spPr>
          <a:xfrm>
            <a:off x="3041650" y="4917128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A7BE9B-99AA-E90C-270E-1E7DC327BEFC}"/>
              </a:ext>
            </a:extLst>
          </p:cNvPr>
          <p:cNvSpPr/>
          <p:nvPr/>
        </p:nvSpPr>
        <p:spPr>
          <a:xfrm>
            <a:off x="3041650" y="5331549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FF92AD-1012-6C27-E01B-EB928D562821}"/>
              </a:ext>
            </a:extLst>
          </p:cNvPr>
          <p:cNvSpPr txBox="1"/>
          <p:nvPr/>
        </p:nvSpPr>
        <p:spPr>
          <a:xfrm rot="2400000">
            <a:off x="29718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Cox's Bazar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68FD53-8AE9-CDE5-EC6C-58C9E4814BB5}"/>
              </a:ext>
            </a:extLst>
          </p:cNvPr>
          <p:cNvCxnSpPr/>
          <p:nvPr/>
        </p:nvCxnSpPr>
        <p:spPr>
          <a:xfrm>
            <a:off x="36322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A85972-7B8C-C954-DA0F-E091FD68951C}"/>
              </a:ext>
            </a:extLst>
          </p:cNvPr>
          <p:cNvCxnSpPr/>
          <p:nvPr/>
        </p:nvCxnSpPr>
        <p:spPr>
          <a:xfrm>
            <a:off x="3632200" y="4013646"/>
            <a:ext cx="0" cy="1726754"/>
          </a:xfrm>
          <a:prstGeom prst="line">
            <a:avLst/>
          </a:prstGeom>
          <a:ln w="1905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96E8878-66EB-C813-0582-3D924E2352E1}"/>
              </a:ext>
            </a:extLst>
          </p:cNvPr>
          <p:cNvSpPr/>
          <p:nvPr/>
        </p:nvSpPr>
        <p:spPr>
          <a:xfrm>
            <a:off x="3562548" y="4001987"/>
            <a:ext cx="141837" cy="24016"/>
          </a:xfrm>
          <a:custGeom>
            <a:avLst/>
            <a:gdLst/>
            <a:ahLst/>
            <a:cxnLst/>
            <a:rect l="0" t="0" r="0" b="0"/>
            <a:pathLst>
              <a:path w="141837" h="24016">
                <a:moveTo>
                  <a:pt x="0" y="4782"/>
                </a:moveTo>
                <a:lnTo>
                  <a:pt x="141836" y="0"/>
                </a:lnTo>
                <a:lnTo>
                  <a:pt x="128609" y="18379"/>
                </a:lnTo>
                <a:lnTo>
                  <a:pt x="4582" y="24015"/>
                </a:lnTo>
                <a:lnTo>
                  <a:pt x="9760" y="5119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BA73D2-972E-DB8C-173A-80065AF71A70}"/>
              </a:ext>
            </a:extLst>
          </p:cNvPr>
          <p:cNvSpPr/>
          <p:nvPr/>
        </p:nvSpPr>
        <p:spPr>
          <a:xfrm>
            <a:off x="3600450" y="4917128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ADB60E7-B84F-A3EF-7D97-F968AD4D17BF}"/>
              </a:ext>
            </a:extLst>
          </p:cNvPr>
          <p:cNvSpPr/>
          <p:nvPr/>
        </p:nvSpPr>
        <p:spPr>
          <a:xfrm>
            <a:off x="3600450" y="5055269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AD0CE8-4EFE-A242-2B89-E90C6C4A9B33}"/>
              </a:ext>
            </a:extLst>
          </p:cNvPr>
          <p:cNvSpPr txBox="1"/>
          <p:nvPr/>
        </p:nvSpPr>
        <p:spPr>
          <a:xfrm rot="2400000">
            <a:off x="35306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Bentiu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5620B23-9258-9EF3-0299-FA2183DD4160}"/>
              </a:ext>
            </a:extLst>
          </p:cNvPr>
          <p:cNvCxnSpPr/>
          <p:nvPr/>
        </p:nvCxnSpPr>
        <p:spPr>
          <a:xfrm>
            <a:off x="41910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00C65AD-B16E-821B-623B-DCAB0B1887E2}"/>
              </a:ext>
            </a:extLst>
          </p:cNvPr>
          <p:cNvCxnSpPr/>
          <p:nvPr/>
        </p:nvCxnSpPr>
        <p:spPr>
          <a:xfrm>
            <a:off x="4191000" y="2217821"/>
            <a:ext cx="0" cy="3522579"/>
          </a:xfrm>
          <a:prstGeom prst="line">
            <a:avLst/>
          </a:prstGeom>
          <a:ln w="1905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6609489-B8FB-E6B8-D71C-AFBF9FB84CE0}"/>
              </a:ext>
            </a:extLst>
          </p:cNvPr>
          <p:cNvSpPr/>
          <p:nvPr/>
        </p:nvSpPr>
        <p:spPr>
          <a:xfrm>
            <a:off x="4124994" y="2196565"/>
            <a:ext cx="129345" cy="34451"/>
          </a:xfrm>
          <a:custGeom>
            <a:avLst/>
            <a:gdLst/>
            <a:ahLst/>
            <a:cxnLst/>
            <a:rect l="0" t="0" r="0" b="0"/>
            <a:pathLst>
              <a:path w="129345" h="34451">
                <a:moveTo>
                  <a:pt x="0" y="5112"/>
                </a:moveTo>
                <a:lnTo>
                  <a:pt x="123739" y="0"/>
                </a:lnTo>
                <a:lnTo>
                  <a:pt x="129344" y="34450"/>
                </a:lnTo>
                <a:lnTo>
                  <a:pt x="6941" y="27763"/>
                </a:lnTo>
                <a:lnTo>
                  <a:pt x="1781" y="12592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3A7599D-53EB-03AD-6413-F69D1696DDF0}"/>
              </a:ext>
            </a:extLst>
          </p:cNvPr>
          <p:cNvSpPr/>
          <p:nvPr/>
        </p:nvSpPr>
        <p:spPr>
          <a:xfrm>
            <a:off x="4159250" y="2983163"/>
            <a:ext cx="63500" cy="127000"/>
          </a:xfrm>
          <a:prstGeom prst="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737919-297E-3BB0-FDA4-BDF2D9AE6155}"/>
              </a:ext>
            </a:extLst>
          </p:cNvPr>
          <p:cNvSpPr txBox="1"/>
          <p:nvPr/>
        </p:nvSpPr>
        <p:spPr>
          <a:xfrm rot="2400000">
            <a:off x="40894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Mozambique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91AAE38-3802-6788-0E2E-964EC5594681}"/>
              </a:ext>
            </a:extLst>
          </p:cNvPr>
          <p:cNvCxnSpPr/>
          <p:nvPr/>
        </p:nvCxnSpPr>
        <p:spPr>
          <a:xfrm>
            <a:off x="54102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FA70214-79A2-CB41-CD61-DFE4486B88FD}"/>
              </a:ext>
            </a:extLst>
          </p:cNvPr>
          <p:cNvCxnSpPr/>
          <p:nvPr/>
        </p:nvCxnSpPr>
        <p:spPr>
          <a:xfrm>
            <a:off x="5410200" y="3723551"/>
            <a:ext cx="0" cy="2016849"/>
          </a:xfrm>
          <a:prstGeom prst="line">
            <a:avLst/>
          </a:prstGeom>
          <a:ln w="317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82BFBE82-B494-1511-055E-BB15ED92BD93}"/>
              </a:ext>
            </a:extLst>
          </p:cNvPr>
          <p:cNvSpPr/>
          <p:nvPr/>
        </p:nvSpPr>
        <p:spPr>
          <a:xfrm>
            <a:off x="5341879" y="3710334"/>
            <a:ext cx="134565" cy="30498"/>
          </a:xfrm>
          <a:custGeom>
            <a:avLst/>
            <a:gdLst/>
            <a:ahLst/>
            <a:cxnLst/>
            <a:rect l="0" t="0" r="0" b="0"/>
            <a:pathLst>
              <a:path w="134565" h="30498">
                <a:moveTo>
                  <a:pt x="0" y="0"/>
                </a:moveTo>
                <a:lnTo>
                  <a:pt x="134564" y="8069"/>
                </a:lnTo>
                <a:lnTo>
                  <a:pt x="133123" y="30497"/>
                </a:lnTo>
                <a:lnTo>
                  <a:pt x="3985" y="28895"/>
                </a:lnTo>
                <a:lnTo>
                  <a:pt x="8344" y="5194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C983BF-F31C-BEE8-EC77-FCBA636F9A83}"/>
              </a:ext>
            </a:extLst>
          </p:cNvPr>
          <p:cNvSpPr txBox="1"/>
          <p:nvPr/>
        </p:nvSpPr>
        <p:spPr>
          <a:xfrm rot="2400000">
            <a:off x="53086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Grantham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EE2B357-60C7-3AE8-53EF-0CC4AA8276F9}"/>
              </a:ext>
            </a:extLst>
          </p:cNvPr>
          <p:cNvCxnSpPr/>
          <p:nvPr/>
        </p:nvCxnSpPr>
        <p:spPr>
          <a:xfrm>
            <a:off x="59436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248593C-1BAD-96DD-6106-6838C0B226AC}"/>
              </a:ext>
            </a:extLst>
          </p:cNvPr>
          <p:cNvCxnSpPr/>
          <p:nvPr/>
        </p:nvCxnSpPr>
        <p:spPr>
          <a:xfrm>
            <a:off x="5943600" y="4013646"/>
            <a:ext cx="0" cy="1726754"/>
          </a:xfrm>
          <a:prstGeom prst="line">
            <a:avLst/>
          </a:prstGeom>
          <a:ln w="317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EF196B6-7983-C5A9-D926-0730F65C0AB0}"/>
              </a:ext>
            </a:extLst>
          </p:cNvPr>
          <p:cNvSpPr/>
          <p:nvPr/>
        </p:nvSpPr>
        <p:spPr>
          <a:xfrm>
            <a:off x="5872406" y="3992363"/>
            <a:ext cx="142191" cy="38301"/>
          </a:xfrm>
          <a:custGeom>
            <a:avLst/>
            <a:gdLst/>
            <a:ahLst/>
            <a:cxnLst/>
            <a:rect l="0" t="0" r="0" b="0"/>
            <a:pathLst>
              <a:path w="142191" h="38301">
                <a:moveTo>
                  <a:pt x="0" y="6406"/>
                </a:moveTo>
                <a:lnTo>
                  <a:pt x="142190" y="9448"/>
                </a:lnTo>
                <a:lnTo>
                  <a:pt x="139251" y="38300"/>
                </a:lnTo>
                <a:lnTo>
                  <a:pt x="10486" y="31263"/>
                </a:lnTo>
                <a:lnTo>
                  <a:pt x="1039" y="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D75789-4450-BA7B-1ABB-CB9DB5653B45}"/>
              </a:ext>
            </a:extLst>
          </p:cNvPr>
          <p:cNvSpPr txBox="1"/>
          <p:nvPr/>
        </p:nvSpPr>
        <p:spPr>
          <a:xfrm rot="2400000">
            <a:off x="58420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Vunidogoloa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DCA6AF1-89CE-2418-74EE-5D12B8DC146E}"/>
              </a:ext>
            </a:extLst>
          </p:cNvPr>
          <p:cNvCxnSpPr/>
          <p:nvPr/>
        </p:nvCxnSpPr>
        <p:spPr>
          <a:xfrm>
            <a:off x="64770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EA25BD5-E5F4-21F1-E2B9-626210676DCC}"/>
              </a:ext>
            </a:extLst>
          </p:cNvPr>
          <p:cNvCxnSpPr/>
          <p:nvPr/>
        </p:nvCxnSpPr>
        <p:spPr>
          <a:xfrm>
            <a:off x="6477000" y="4151786"/>
            <a:ext cx="0" cy="1588614"/>
          </a:xfrm>
          <a:prstGeom prst="line">
            <a:avLst/>
          </a:prstGeom>
          <a:ln w="317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1040500B-398C-AE90-E54A-807B8E79AD70}"/>
              </a:ext>
            </a:extLst>
          </p:cNvPr>
          <p:cNvSpPr/>
          <p:nvPr/>
        </p:nvSpPr>
        <p:spPr>
          <a:xfrm>
            <a:off x="6408848" y="4134202"/>
            <a:ext cx="136026" cy="37022"/>
          </a:xfrm>
          <a:custGeom>
            <a:avLst/>
            <a:gdLst/>
            <a:ahLst/>
            <a:cxnLst/>
            <a:rect l="0" t="0" r="0" b="0"/>
            <a:pathLst>
              <a:path w="136026" h="37022">
                <a:moveTo>
                  <a:pt x="206" y="7115"/>
                </a:moveTo>
                <a:lnTo>
                  <a:pt x="129315" y="0"/>
                </a:lnTo>
                <a:lnTo>
                  <a:pt x="136025" y="24134"/>
                </a:lnTo>
                <a:lnTo>
                  <a:pt x="2509" y="37021"/>
                </a:lnTo>
                <a:lnTo>
                  <a:pt x="0" y="5930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0A0960-532B-21F7-ACE1-0029E7154653}"/>
              </a:ext>
            </a:extLst>
          </p:cNvPr>
          <p:cNvSpPr txBox="1"/>
          <p:nvPr/>
        </p:nvSpPr>
        <p:spPr>
          <a:xfrm rot="2400000">
            <a:off x="63754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Iwanuma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60CC71A-1E7E-42B8-71D6-0A99B5CAE68F}"/>
              </a:ext>
            </a:extLst>
          </p:cNvPr>
          <p:cNvCxnSpPr/>
          <p:nvPr/>
        </p:nvCxnSpPr>
        <p:spPr>
          <a:xfrm>
            <a:off x="70104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FDBB50E-FA0C-FF89-C5FE-3B6D45544A89}"/>
              </a:ext>
            </a:extLst>
          </p:cNvPr>
          <p:cNvCxnSpPr/>
          <p:nvPr/>
        </p:nvCxnSpPr>
        <p:spPr>
          <a:xfrm>
            <a:off x="7010400" y="4151786"/>
            <a:ext cx="0" cy="1588614"/>
          </a:xfrm>
          <a:prstGeom prst="line">
            <a:avLst/>
          </a:prstGeom>
          <a:ln w="317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2797762F-A863-A613-BD3D-7DDD8C1F18B3}"/>
              </a:ext>
            </a:extLst>
          </p:cNvPr>
          <p:cNvSpPr/>
          <p:nvPr/>
        </p:nvSpPr>
        <p:spPr>
          <a:xfrm>
            <a:off x="6941090" y="4134206"/>
            <a:ext cx="139308" cy="33536"/>
          </a:xfrm>
          <a:custGeom>
            <a:avLst/>
            <a:gdLst/>
            <a:ahLst/>
            <a:cxnLst/>
            <a:rect l="0" t="0" r="0" b="0"/>
            <a:pathLst>
              <a:path w="139308" h="33536">
                <a:moveTo>
                  <a:pt x="8035" y="1904"/>
                </a:moveTo>
                <a:lnTo>
                  <a:pt x="131777" y="0"/>
                </a:lnTo>
                <a:lnTo>
                  <a:pt x="139307" y="33535"/>
                </a:lnTo>
                <a:lnTo>
                  <a:pt x="0" y="22522"/>
                </a:lnTo>
                <a:lnTo>
                  <a:pt x="14440" y="4647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AC6DF7-57C6-2854-22C8-01389326C833}"/>
              </a:ext>
            </a:extLst>
          </p:cNvPr>
          <p:cNvSpPr txBox="1"/>
          <p:nvPr/>
        </p:nvSpPr>
        <p:spPr>
          <a:xfrm rot="2400000">
            <a:off x="69088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Overdiepse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ED4796D-8C89-CE5C-23FA-B0E40A74FE46}"/>
              </a:ext>
            </a:extLst>
          </p:cNvPr>
          <p:cNvCxnSpPr/>
          <p:nvPr/>
        </p:nvCxnSpPr>
        <p:spPr>
          <a:xfrm>
            <a:off x="7543800" y="1803400"/>
            <a:ext cx="0" cy="3937000"/>
          </a:xfrm>
          <a:prstGeom prst="line">
            <a:avLst/>
          </a:prstGeom>
          <a:ln w="1016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EE9B8B2-A5C7-30B1-0679-C359B9E5A7D4}"/>
              </a:ext>
            </a:extLst>
          </p:cNvPr>
          <p:cNvCxnSpPr/>
          <p:nvPr/>
        </p:nvCxnSpPr>
        <p:spPr>
          <a:xfrm>
            <a:off x="7543800" y="4428067"/>
            <a:ext cx="0" cy="1312333"/>
          </a:xfrm>
          <a:prstGeom prst="line">
            <a:avLst/>
          </a:prstGeom>
          <a:ln w="317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9A09C32D-68F6-5B3E-3B8E-B4ADAA5D0404}"/>
              </a:ext>
            </a:extLst>
          </p:cNvPr>
          <p:cNvSpPr/>
          <p:nvPr/>
        </p:nvSpPr>
        <p:spPr>
          <a:xfrm>
            <a:off x="7476076" y="4419709"/>
            <a:ext cx="136249" cy="29620"/>
          </a:xfrm>
          <a:custGeom>
            <a:avLst/>
            <a:gdLst/>
            <a:ahLst/>
            <a:cxnLst/>
            <a:rect l="0" t="0" r="0" b="0"/>
            <a:pathLst>
              <a:path w="136249" h="29620">
                <a:moveTo>
                  <a:pt x="7970" y="0"/>
                </a:moveTo>
                <a:lnTo>
                  <a:pt x="136248" y="3479"/>
                </a:lnTo>
                <a:lnTo>
                  <a:pt x="136189" y="29619"/>
                </a:lnTo>
                <a:lnTo>
                  <a:pt x="2174" y="23315"/>
                </a:lnTo>
                <a:lnTo>
                  <a:pt x="0" y="69"/>
                </a:lnTo>
              </a:path>
            </a:pathLst>
          </a:custGeom>
          <a:ln w="1905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2B03A11-E0B1-73BF-B0D2-9C60D9F5D9E7}"/>
              </a:ext>
            </a:extLst>
          </p:cNvPr>
          <p:cNvSpPr txBox="1"/>
          <p:nvPr/>
        </p:nvSpPr>
        <p:spPr>
          <a:xfrm rot="2400000">
            <a:off x="7442200" y="5816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Ink Free" panose="03080402000500000000" pitchFamily="66" charset="0"/>
              </a:rPr>
              <a:t>Gramalote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483C351-B23D-1B63-FDAC-AC72528181F0}"/>
              </a:ext>
            </a:extLst>
          </p:cNvPr>
          <p:cNvSpPr txBox="1"/>
          <p:nvPr/>
        </p:nvSpPr>
        <p:spPr>
          <a:xfrm>
            <a:off x="406400" y="2003481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978E84-9680-E7A3-CD34-98A4301C8C30}"/>
              </a:ext>
            </a:extLst>
          </p:cNvPr>
          <p:cNvSpPr txBox="1"/>
          <p:nvPr/>
        </p:nvSpPr>
        <p:spPr>
          <a:xfrm>
            <a:off x="406400" y="3384884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557537-DCAB-CB84-D45F-DBB60F88B5A5}"/>
              </a:ext>
            </a:extLst>
          </p:cNvPr>
          <p:cNvSpPr txBox="1"/>
          <p:nvPr/>
        </p:nvSpPr>
        <p:spPr>
          <a:xfrm>
            <a:off x="406400" y="4766288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2020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4240990-3997-F6D9-040B-D9A291B6962B}"/>
              </a:ext>
            </a:extLst>
          </p:cNvPr>
          <p:cNvSpPr txBox="1"/>
          <p:nvPr/>
        </p:nvSpPr>
        <p:spPr>
          <a:xfrm>
            <a:off x="5029200" y="1498600"/>
            <a:ext cx="279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Ink Free" panose="03080402000500000000" pitchFamily="66" charset="0"/>
              </a:rPr>
              <a:t>dash = move-in; red = flood after the move</a:t>
            </a:r>
          </a:p>
        </p:txBody>
      </p:sp>
    </p:spTree>
    <p:extLst>
      <p:ext uri="{BB962C8B-B14F-4D97-AF65-F5344CB8AC3E}">
        <p14:creationId xmlns:p14="http://schemas.microsoft.com/office/powerpoint/2010/main" val="3845227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79D90C-2CEC-B2DD-001B-3E395A33DE36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STATE 6 OF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F0F69-F221-0170-E03C-4292D197132B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Frame 6 — What changes?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96818-80A0-4ED5-C8E9-765DFE1D20B5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63570-BC69-1E43-E71A-C12E924B49A2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59817-9D30-4AE5-08A9-E229E33A9C9E}"/>
              </a:ext>
            </a:extLst>
          </p:cNvPr>
          <p:cNvSpPr txBox="1"/>
          <p:nvPr/>
        </p:nvSpPr>
        <p:spPr>
          <a:xfrm>
            <a:off x="8255000" y="1168400"/>
            <a:ext cx="342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CDCDCD"/>
                </a:solidFill>
                <a:latin typeface="Bahnschrift" panose="020B0502040204020203" pitchFamily="34" charset="0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8F34A-802F-C462-0293-42D00C37B233}"/>
              </a:ext>
            </a:extLst>
          </p:cNvPr>
          <p:cNvSpPr txBox="1"/>
          <p:nvPr/>
        </p:nvSpPr>
        <p:spPr>
          <a:xfrm>
            <a:off x="8255000" y="1905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Compare the two decision architectures.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E0B77-BC6F-8C7D-126E-7C598C129E7C}"/>
              </a:ext>
            </a:extLst>
          </p:cNvPr>
          <p:cNvSpPr txBox="1"/>
          <p:nvPr/>
        </p:nvSpPr>
        <p:spPr>
          <a:xfrm>
            <a:off x="8255000" y="3327400"/>
            <a:ext cx="342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41032-809F-96A7-0A39-F74102C7AEE5}"/>
              </a:ext>
            </a:extLst>
          </p:cNvPr>
          <p:cNvSpPr txBox="1"/>
          <p:nvPr/>
        </p:nvSpPr>
        <p:spPr>
          <a:xfrm>
            <a:off x="8255000" y="3530600"/>
            <a:ext cx="342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Ink Free" panose="03080402000500000000" pitchFamily="66" charset="0"/>
              </a:rPr>
              <a:t>The two flows animate in parallel. The failure flow loops back on itself.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3CAB2EE-F544-A608-88E8-B41550C99E32}"/>
              </a:ext>
            </a:extLst>
          </p:cNvPr>
          <p:cNvSpPr/>
          <p:nvPr/>
        </p:nvSpPr>
        <p:spPr>
          <a:xfrm>
            <a:off x="8077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70B5C9-7E39-8F80-0225-3B7EF424EF3C}"/>
              </a:ext>
            </a:extLst>
          </p:cNvPr>
          <p:cNvSpPr/>
          <p:nvPr/>
        </p:nvSpPr>
        <p:spPr>
          <a:xfrm>
            <a:off x="8356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EEB441-DF2F-9AFA-D0B6-D835E894160E}"/>
              </a:ext>
            </a:extLst>
          </p:cNvPr>
          <p:cNvSpPr/>
          <p:nvPr/>
        </p:nvSpPr>
        <p:spPr>
          <a:xfrm>
            <a:off x="86360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E80805-5B76-50EA-8E56-031CF92AA318}"/>
              </a:ext>
            </a:extLst>
          </p:cNvPr>
          <p:cNvSpPr/>
          <p:nvPr/>
        </p:nvSpPr>
        <p:spPr>
          <a:xfrm>
            <a:off x="89154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7CD496-27F2-54C5-0C4F-306DDFB6C65B}"/>
              </a:ext>
            </a:extLst>
          </p:cNvPr>
          <p:cNvSpPr/>
          <p:nvPr/>
        </p:nvSpPr>
        <p:spPr>
          <a:xfrm>
            <a:off x="91948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127F2C-1108-E120-7DB1-E44F371400CD}"/>
              </a:ext>
            </a:extLst>
          </p:cNvPr>
          <p:cNvSpPr/>
          <p:nvPr/>
        </p:nvSpPr>
        <p:spPr>
          <a:xfrm>
            <a:off x="9461500" y="63881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A26163-3803-C09E-3514-A3DD188E0550}"/>
              </a:ext>
            </a:extLst>
          </p:cNvPr>
          <p:cNvSpPr/>
          <p:nvPr/>
        </p:nvSpPr>
        <p:spPr>
          <a:xfrm>
            <a:off x="9753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EFF233-37F0-5879-43D2-E51A5584CD3A}"/>
              </a:ext>
            </a:extLst>
          </p:cNvPr>
          <p:cNvSpPr txBox="1"/>
          <p:nvPr/>
        </p:nvSpPr>
        <p:spPr>
          <a:xfrm>
            <a:off x="8128000" y="6578600"/>
            <a:ext cx="254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700">
                <a:solidFill>
                  <a:srgbClr val="8C8C8C"/>
                </a:solidFill>
                <a:latin typeface="Consolas" panose="020B0609020204030204" pitchFamily="49" charset="0"/>
              </a:rPr>
              <a:t>frame 1 2 3 4 5 6 7</a:t>
            </a:r>
            <a:endParaRPr lang="en-US" sz="70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0B0E80-0711-8461-C232-BC076C5468A5}"/>
              </a:ext>
            </a:extLst>
          </p:cNvPr>
          <p:cNvSpPr txBox="1"/>
          <p:nvPr/>
        </p:nvSpPr>
        <p:spPr>
          <a:xfrm>
            <a:off x="457200" y="14224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D0312D"/>
                </a:solidFill>
                <a:latin typeface="Bahnschrift" panose="020B0502040204020203" pitchFamily="34" charset="0"/>
              </a:rPr>
              <a:t>Failure pattern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86FB8B-09C6-3CC7-562A-9904B9BE55BF}"/>
              </a:ext>
            </a:extLst>
          </p:cNvPr>
          <p:cNvSpPr/>
          <p:nvPr/>
        </p:nvSpPr>
        <p:spPr>
          <a:xfrm>
            <a:off x="457200" y="2057400"/>
            <a:ext cx="1270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6F9EE1A-B02E-12BE-0597-650B51D2AF98}"/>
              </a:ext>
            </a:extLst>
          </p:cNvPr>
          <p:cNvSpPr/>
          <p:nvPr/>
        </p:nvSpPr>
        <p:spPr>
          <a:xfrm>
            <a:off x="455034" y="2050986"/>
            <a:ext cx="1271759" cy="591933"/>
          </a:xfrm>
          <a:custGeom>
            <a:avLst/>
            <a:gdLst/>
            <a:ahLst/>
            <a:cxnLst/>
            <a:rect l="0" t="0" r="0" b="0"/>
            <a:pathLst>
              <a:path w="1271759" h="591933">
                <a:moveTo>
                  <a:pt x="8759" y="4679"/>
                </a:moveTo>
                <a:lnTo>
                  <a:pt x="628738" y="5381"/>
                </a:lnTo>
                <a:lnTo>
                  <a:pt x="1271758" y="8253"/>
                </a:lnTo>
                <a:lnTo>
                  <a:pt x="1265097" y="589352"/>
                </a:lnTo>
                <a:lnTo>
                  <a:pt x="631455" y="589176"/>
                </a:lnTo>
                <a:lnTo>
                  <a:pt x="0" y="591932"/>
                </a:lnTo>
                <a:lnTo>
                  <a:pt x="906" y="0"/>
                </a:lnTo>
              </a:path>
            </a:pathLst>
          </a:custGeom>
          <a:ln w="1651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5C2321-246F-0995-9193-493E39BAF97A}"/>
              </a:ext>
            </a:extLst>
          </p:cNvPr>
          <p:cNvSpPr txBox="1"/>
          <p:nvPr/>
        </p:nvSpPr>
        <p:spPr>
          <a:xfrm>
            <a:off x="508000" y="21590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Information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BBB42B-B381-21D8-E362-17AA81B88162}"/>
              </a:ext>
            </a:extLst>
          </p:cNvPr>
          <p:cNvSpPr/>
          <p:nvPr/>
        </p:nvSpPr>
        <p:spPr>
          <a:xfrm>
            <a:off x="1750301" y="2350745"/>
            <a:ext cx="182867" cy="246"/>
          </a:xfrm>
          <a:custGeom>
            <a:avLst/>
            <a:gdLst/>
            <a:ahLst/>
            <a:cxnLst/>
            <a:rect l="0" t="0" r="0" b="0"/>
            <a:pathLst>
              <a:path w="182867" h="246">
                <a:moveTo>
                  <a:pt x="0" y="245"/>
                </a:moveTo>
                <a:lnTo>
                  <a:pt x="182866" y="0"/>
                </a:lnTo>
              </a:path>
            </a:pathLst>
          </a:custGeom>
          <a:ln w="16510">
            <a:solidFill>
              <a:srgbClr val="D0312D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7FC01A-1B13-B519-EE90-635CD59B7897}"/>
              </a:ext>
            </a:extLst>
          </p:cNvPr>
          <p:cNvSpPr/>
          <p:nvPr/>
        </p:nvSpPr>
        <p:spPr>
          <a:xfrm>
            <a:off x="1955800" y="2057400"/>
            <a:ext cx="1270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547A6DC-154C-90D8-7E0B-FD3FEF8C0CCC}"/>
              </a:ext>
            </a:extLst>
          </p:cNvPr>
          <p:cNvSpPr/>
          <p:nvPr/>
        </p:nvSpPr>
        <p:spPr>
          <a:xfrm>
            <a:off x="1954841" y="2049813"/>
            <a:ext cx="1268501" cy="596490"/>
          </a:xfrm>
          <a:custGeom>
            <a:avLst/>
            <a:gdLst/>
            <a:ahLst/>
            <a:cxnLst/>
            <a:rect l="0" t="0" r="0" b="0"/>
            <a:pathLst>
              <a:path w="1268501" h="596490">
                <a:moveTo>
                  <a:pt x="4218" y="0"/>
                </a:moveTo>
                <a:lnTo>
                  <a:pt x="637196" y="9247"/>
                </a:lnTo>
                <a:lnTo>
                  <a:pt x="1268500" y="10055"/>
                </a:lnTo>
                <a:lnTo>
                  <a:pt x="1267521" y="591889"/>
                </a:lnTo>
                <a:lnTo>
                  <a:pt x="642056" y="590519"/>
                </a:lnTo>
                <a:lnTo>
                  <a:pt x="0" y="596489"/>
                </a:lnTo>
                <a:lnTo>
                  <a:pt x="5750" y="12076"/>
                </a:lnTo>
              </a:path>
            </a:pathLst>
          </a:custGeom>
          <a:ln w="1651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619304-B4E6-A7CF-FB56-175D42B25837}"/>
              </a:ext>
            </a:extLst>
          </p:cNvPr>
          <p:cNvSpPr txBox="1"/>
          <p:nvPr/>
        </p:nvSpPr>
        <p:spPr>
          <a:xfrm>
            <a:off x="2006600" y="2159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Multiple institutions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9D61C8A-551D-F81C-1786-AE5E466A2855}"/>
              </a:ext>
            </a:extLst>
          </p:cNvPr>
          <p:cNvSpPr/>
          <p:nvPr/>
        </p:nvSpPr>
        <p:spPr>
          <a:xfrm>
            <a:off x="3251939" y="2347739"/>
            <a:ext cx="178256" cy="1700"/>
          </a:xfrm>
          <a:custGeom>
            <a:avLst/>
            <a:gdLst/>
            <a:ahLst/>
            <a:cxnLst/>
            <a:rect l="0" t="0" r="0" b="0"/>
            <a:pathLst>
              <a:path w="178256" h="1700">
                <a:moveTo>
                  <a:pt x="0" y="1699"/>
                </a:moveTo>
                <a:lnTo>
                  <a:pt x="178255" y="0"/>
                </a:lnTo>
              </a:path>
            </a:pathLst>
          </a:custGeom>
          <a:ln w="16510">
            <a:solidFill>
              <a:srgbClr val="D0312D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7661AA-69BD-A3F1-160B-6AD2DD1C5780}"/>
              </a:ext>
            </a:extLst>
          </p:cNvPr>
          <p:cNvSpPr/>
          <p:nvPr/>
        </p:nvSpPr>
        <p:spPr>
          <a:xfrm>
            <a:off x="3454400" y="2057400"/>
            <a:ext cx="1270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D80B2D2-072D-8623-14D4-08EF4A978C0B}"/>
              </a:ext>
            </a:extLst>
          </p:cNvPr>
          <p:cNvSpPr/>
          <p:nvPr/>
        </p:nvSpPr>
        <p:spPr>
          <a:xfrm>
            <a:off x="3450963" y="2049303"/>
            <a:ext cx="1280280" cy="594846"/>
          </a:xfrm>
          <a:custGeom>
            <a:avLst/>
            <a:gdLst/>
            <a:ahLst/>
            <a:cxnLst/>
            <a:rect l="0" t="0" r="0" b="0"/>
            <a:pathLst>
              <a:path w="1280280" h="594846">
                <a:moveTo>
                  <a:pt x="0" y="16986"/>
                </a:moveTo>
                <a:lnTo>
                  <a:pt x="642855" y="3865"/>
                </a:lnTo>
                <a:lnTo>
                  <a:pt x="1274871" y="12439"/>
                </a:lnTo>
                <a:lnTo>
                  <a:pt x="1280279" y="593475"/>
                </a:lnTo>
                <a:lnTo>
                  <a:pt x="631480" y="585835"/>
                </a:lnTo>
                <a:lnTo>
                  <a:pt x="149" y="594845"/>
                </a:lnTo>
                <a:lnTo>
                  <a:pt x="8806" y="0"/>
                </a:lnTo>
              </a:path>
            </a:pathLst>
          </a:custGeom>
          <a:ln w="1651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705BCC-5ED8-18D2-EFEC-3F3C62B36EE9}"/>
              </a:ext>
            </a:extLst>
          </p:cNvPr>
          <p:cNvSpPr txBox="1"/>
          <p:nvPr/>
        </p:nvSpPr>
        <p:spPr>
          <a:xfrm>
            <a:off x="3505200" y="2159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Fragmented authority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36D8C02-A566-3988-381F-EBC753582367}"/>
              </a:ext>
            </a:extLst>
          </p:cNvPr>
          <p:cNvSpPr/>
          <p:nvPr/>
        </p:nvSpPr>
        <p:spPr>
          <a:xfrm>
            <a:off x="4746916" y="2347526"/>
            <a:ext cx="183502" cy="3173"/>
          </a:xfrm>
          <a:custGeom>
            <a:avLst/>
            <a:gdLst/>
            <a:ahLst/>
            <a:cxnLst/>
            <a:rect l="0" t="0" r="0" b="0"/>
            <a:pathLst>
              <a:path w="183502" h="3173">
                <a:moveTo>
                  <a:pt x="0" y="3172"/>
                </a:moveTo>
                <a:lnTo>
                  <a:pt x="183501" y="0"/>
                </a:lnTo>
              </a:path>
            </a:pathLst>
          </a:custGeom>
          <a:ln w="16510">
            <a:solidFill>
              <a:srgbClr val="D0312D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8868AA-22DC-1A37-5685-C7410E3ED338}"/>
              </a:ext>
            </a:extLst>
          </p:cNvPr>
          <p:cNvSpPr/>
          <p:nvPr/>
        </p:nvSpPr>
        <p:spPr>
          <a:xfrm>
            <a:off x="4953000" y="2057400"/>
            <a:ext cx="1270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DDE4006-7F5D-FE09-3733-46B26B09A6CA}"/>
              </a:ext>
            </a:extLst>
          </p:cNvPr>
          <p:cNvSpPr/>
          <p:nvPr/>
        </p:nvSpPr>
        <p:spPr>
          <a:xfrm>
            <a:off x="4947285" y="2053443"/>
            <a:ext cx="1280348" cy="591247"/>
          </a:xfrm>
          <a:custGeom>
            <a:avLst/>
            <a:gdLst/>
            <a:ahLst/>
            <a:cxnLst/>
            <a:rect l="0" t="0" r="0" b="0"/>
            <a:pathLst>
              <a:path w="1280348" h="591247">
                <a:moveTo>
                  <a:pt x="0" y="0"/>
                </a:moveTo>
                <a:lnTo>
                  <a:pt x="632550" y="1951"/>
                </a:lnTo>
                <a:lnTo>
                  <a:pt x="1269231" y="12337"/>
                </a:lnTo>
                <a:lnTo>
                  <a:pt x="1280347" y="591246"/>
                </a:lnTo>
                <a:lnTo>
                  <a:pt x="649302" y="586635"/>
                </a:lnTo>
                <a:lnTo>
                  <a:pt x="8376" y="590392"/>
                </a:lnTo>
                <a:lnTo>
                  <a:pt x="13852" y="11760"/>
                </a:lnTo>
              </a:path>
            </a:pathLst>
          </a:custGeom>
          <a:ln w="1651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08888C-FFA0-9C8E-3F24-C6CDF48D2B34}"/>
              </a:ext>
            </a:extLst>
          </p:cNvPr>
          <p:cNvSpPr txBox="1"/>
          <p:nvPr/>
        </p:nvSpPr>
        <p:spPr>
          <a:xfrm>
            <a:off x="5003800" y="2159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Temporary solution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F9C5D6F-4C56-6644-988D-F7D0AFDF8A83}"/>
              </a:ext>
            </a:extLst>
          </p:cNvPr>
          <p:cNvSpPr/>
          <p:nvPr/>
        </p:nvSpPr>
        <p:spPr>
          <a:xfrm>
            <a:off x="6248090" y="2352136"/>
            <a:ext cx="177653" cy="132"/>
          </a:xfrm>
          <a:custGeom>
            <a:avLst/>
            <a:gdLst/>
            <a:ahLst/>
            <a:cxnLst/>
            <a:rect l="0" t="0" r="0" b="0"/>
            <a:pathLst>
              <a:path w="177653" h="132">
                <a:moveTo>
                  <a:pt x="0" y="0"/>
                </a:moveTo>
                <a:lnTo>
                  <a:pt x="177652" y="131"/>
                </a:lnTo>
              </a:path>
            </a:pathLst>
          </a:custGeom>
          <a:ln w="16510">
            <a:solidFill>
              <a:srgbClr val="D0312D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E7608-EC2E-EE14-F256-596B7F50E24F}"/>
              </a:ext>
            </a:extLst>
          </p:cNvPr>
          <p:cNvSpPr/>
          <p:nvPr/>
        </p:nvSpPr>
        <p:spPr>
          <a:xfrm>
            <a:off x="6451600" y="2057400"/>
            <a:ext cx="1270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C9E852C-20E4-C2C4-3821-C0AE9B43DAD8}"/>
              </a:ext>
            </a:extLst>
          </p:cNvPr>
          <p:cNvSpPr/>
          <p:nvPr/>
        </p:nvSpPr>
        <p:spPr>
          <a:xfrm>
            <a:off x="6453852" y="2049948"/>
            <a:ext cx="1271457" cy="589900"/>
          </a:xfrm>
          <a:custGeom>
            <a:avLst/>
            <a:gdLst/>
            <a:ahLst/>
            <a:cxnLst/>
            <a:rect l="0" t="0" r="0" b="0"/>
            <a:pathLst>
              <a:path w="1271457" h="589900">
                <a:moveTo>
                  <a:pt x="5706" y="6053"/>
                </a:moveTo>
                <a:lnTo>
                  <a:pt x="632617" y="13237"/>
                </a:lnTo>
                <a:lnTo>
                  <a:pt x="1271456" y="12705"/>
                </a:lnTo>
                <a:lnTo>
                  <a:pt x="1268284" y="585785"/>
                </a:lnTo>
                <a:lnTo>
                  <a:pt x="627248" y="586311"/>
                </a:lnTo>
                <a:lnTo>
                  <a:pt x="0" y="589899"/>
                </a:lnTo>
                <a:lnTo>
                  <a:pt x="1635" y="0"/>
                </a:lnTo>
              </a:path>
            </a:pathLst>
          </a:custGeom>
          <a:ln w="1651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38A9C8-F016-2B35-1A55-C74EE1EDE6E8}"/>
              </a:ext>
            </a:extLst>
          </p:cNvPr>
          <p:cNvSpPr txBox="1"/>
          <p:nvPr/>
        </p:nvSpPr>
        <p:spPr>
          <a:xfrm>
            <a:off x="6502400" y="2159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Repeated exposure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E586CE1-8D96-7F62-9964-F10354981182}"/>
              </a:ext>
            </a:extLst>
          </p:cNvPr>
          <p:cNvSpPr/>
          <p:nvPr/>
        </p:nvSpPr>
        <p:spPr>
          <a:xfrm>
            <a:off x="1728769" y="2120446"/>
            <a:ext cx="226075" cy="228685"/>
          </a:xfrm>
          <a:custGeom>
            <a:avLst/>
            <a:gdLst/>
            <a:ahLst/>
            <a:cxnLst/>
            <a:rect l="0" t="0" r="0" b="0"/>
            <a:pathLst>
              <a:path w="226075" h="228685">
                <a:moveTo>
                  <a:pt x="0" y="228684"/>
                </a:moveTo>
                <a:lnTo>
                  <a:pt x="226074" y="0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DF2A339-1497-0EE0-4C3F-25A6A67BB45A}"/>
              </a:ext>
            </a:extLst>
          </p:cNvPr>
          <p:cNvSpPr/>
          <p:nvPr/>
        </p:nvSpPr>
        <p:spPr>
          <a:xfrm>
            <a:off x="1725584" y="2350908"/>
            <a:ext cx="232069" cy="724"/>
          </a:xfrm>
          <a:custGeom>
            <a:avLst/>
            <a:gdLst/>
            <a:ahLst/>
            <a:cxnLst/>
            <a:rect l="0" t="0" r="0" b="0"/>
            <a:pathLst>
              <a:path w="232069" h="724">
                <a:moveTo>
                  <a:pt x="0" y="723"/>
                </a:moveTo>
                <a:lnTo>
                  <a:pt x="232068" y="0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460DE05-A1D1-BB15-80E2-86B6820C0D7A}"/>
              </a:ext>
            </a:extLst>
          </p:cNvPr>
          <p:cNvSpPr/>
          <p:nvPr/>
        </p:nvSpPr>
        <p:spPr>
          <a:xfrm>
            <a:off x="1727207" y="2351567"/>
            <a:ext cx="229921" cy="226384"/>
          </a:xfrm>
          <a:custGeom>
            <a:avLst/>
            <a:gdLst/>
            <a:ahLst/>
            <a:cxnLst/>
            <a:rect l="0" t="0" r="0" b="0"/>
            <a:pathLst>
              <a:path w="229921" h="226384">
                <a:moveTo>
                  <a:pt x="0" y="0"/>
                </a:moveTo>
                <a:lnTo>
                  <a:pt x="229920" y="226383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36800F8-8366-6D49-EA1D-3D405DC70CDE}"/>
              </a:ext>
            </a:extLst>
          </p:cNvPr>
          <p:cNvSpPr/>
          <p:nvPr/>
        </p:nvSpPr>
        <p:spPr>
          <a:xfrm>
            <a:off x="5412696" y="2666785"/>
            <a:ext cx="1679195" cy="660900"/>
          </a:xfrm>
          <a:custGeom>
            <a:avLst/>
            <a:gdLst/>
            <a:ahLst/>
            <a:cxnLst/>
            <a:rect l="0" t="0" r="0" b="0"/>
            <a:pathLst>
              <a:path w="1679195" h="660900">
                <a:moveTo>
                  <a:pt x="1679194" y="0"/>
                </a:moveTo>
                <a:lnTo>
                  <a:pt x="1390426" y="608243"/>
                </a:lnTo>
                <a:lnTo>
                  <a:pt x="967260" y="631661"/>
                </a:lnTo>
                <a:lnTo>
                  <a:pt x="549319" y="638730"/>
                </a:lnTo>
                <a:lnTo>
                  <a:pt x="127565" y="660899"/>
                </a:lnTo>
                <a:lnTo>
                  <a:pt x="0" y="23751"/>
                </a:lnTo>
              </a:path>
            </a:pathLst>
          </a:custGeom>
          <a:ln w="19050">
            <a:solidFill>
              <a:srgbClr val="D0312D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0543A9-3DBD-A1EF-59C6-42ECEB01DFD6}"/>
              </a:ext>
            </a:extLst>
          </p:cNvPr>
          <p:cNvSpPr txBox="1"/>
          <p:nvPr/>
        </p:nvSpPr>
        <p:spPr>
          <a:xfrm>
            <a:off x="5537200" y="33782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0312D"/>
                </a:solidFill>
                <a:latin typeface="Ink Free" panose="03080402000500000000" pitchFamily="66" charset="0"/>
              </a:rPr>
              <a:t>loops back after the next flood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1C16F9-315A-4443-0EC8-A379394BC874}"/>
              </a:ext>
            </a:extLst>
          </p:cNvPr>
          <p:cNvSpPr txBox="1"/>
          <p:nvPr/>
        </p:nvSpPr>
        <p:spPr>
          <a:xfrm>
            <a:off x="457200" y="38354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22222"/>
                </a:solidFill>
                <a:latin typeface="Bahnschrift" panose="020B0502040204020203" pitchFamily="34" charset="0"/>
              </a:rPr>
              <a:t>Alternative pattern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E67953-F352-85C9-2CA7-CA3A39F65492}"/>
              </a:ext>
            </a:extLst>
          </p:cNvPr>
          <p:cNvSpPr/>
          <p:nvPr/>
        </p:nvSpPr>
        <p:spPr>
          <a:xfrm>
            <a:off x="457200" y="4470400"/>
            <a:ext cx="1270000" cy="660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D7993E1-0A58-FA75-A4CB-7256496655FA}"/>
              </a:ext>
            </a:extLst>
          </p:cNvPr>
          <p:cNvSpPr/>
          <p:nvPr/>
        </p:nvSpPr>
        <p:spPr>
          <a:xfrm>
            <a:off x="458426" y="4462232"/>
            <a:ext cx="1273765" cy="670019"/>
          </a:xfrm>
          <a:custGeom>
            <a:avLst/>
            <a:gdLst/>
            <a:ahLst/>
            <a:cxnLst/>
            <a:rect l="0" t="0" r="0" b="0"/>
            <a:pathLst>
              <a:path w="1273765" h="670019">
                <a:moveTo>
                  <a:pt x="0" y="3639"/>
                </a:moveTo>
                <a:lnTo>
                  <a:pt x="640122" y="16440"/>
                </a:lnTo>
                <a:lnTo>
                  <a:pt x="1273764" y="9251"/>
                </a:lnTo>
                <a:lnTo>
                  <a:pt x="1260721" y="670018"/>
                </a:lnTo>
                <a:lnTo>
                  <a:pt x="637254" y="669791"/>
                </a:lnTo>
                <a:lnTo>
                  <a:pt x="4408" y="669109"/>
                </a:lnTo>
                <a:lnTo>
                  <a:pt x="1035" y="0"/>
                </a:lnTo>
              </a:path>
            </a:pathLst>
          </a:custGeom>
          <a:ln w="228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F643F6-C238-9594-1864-90C382938AF5}"/>
              </a:ext>
            </a:extLst>
          </p:cNvPr>
          <p:cNvSpPr txBox="1"/>
          <p:nvPr/>
        </p:nvSpPr>
        <p:spPr>
          <a:xfrm>
            <a:off x="508000" y="4572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Government owner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8C644FB-FA99-F0FA-36B9-B85E636C74E5}"/>
              </a:ext>
            </a:extLst>
          </p:cNvPr>
          <p:cNvSpPr/>
          <p:nvPr/>
        </p:nvSpPr>
        <p:spPr>
          <a:xfrm>
            <a:off x="1754081" y="4798507"/>
            <a:ext cx="173596" cy="2147"/>
          </a:xfrm>
          <a:custGeom>
            <a:avLst/>
            <a:gdLst/>
            <a:ahLst/>
            <a:cxnLst/>
            <a:rect l="0" t="0" r="0" b="0"/>
            <a:pathLst>
              <a:path w="173596" h="2147">
                <a:moveTo>
                  <a:pt x="0" y="2146"/>
                </a:moveTo>
                <a:lnTo>
                  <a:pt x="173595" y="0"/>
                </a:lnTo>
              </a:path>
            </a:pathLst>
          </a:custGeom>
          <a:ln w="1905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96EFBA-DE7A-9395-1733-D1F3E81A0864}"/>
              </a:ext>
            </a:extLst>
          </p:cNvPr>
          <p:cNvSpPr/>
          <p:nvPr/>
        </p:nvSpPr>
        <p:spPr>
          <a:xfrm>
            <a:off x="1955800" y="4470400"/>
            <a:ext cx="1270000" cy="660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BA65398-0462-8824-B8CF-2446C33C197B}"/>
              </a:ext>
            </a:extLst>
          </p:cNvPr>
          <p:cNvSpPr/>
          <p:nvPr/>
        </p:nvSpPr>
        <p:spPr>
          <a:xfrm>
            <a:off x="1952953" y="4462347"/>
            <a:ext cx="1281581" cy="674045"/>
          </a:xfrm>
          <a:custGeom>
            <a:avLst/>
            <a:gdLst/>
            <a:ahLst/>
            <a:cxnLst/>
            <a:rect l="0" t="0" r="0" b="0"/>
            <a:pathLst>
              <a:path w="1281581" h="674045">
                <a:moveTo>
                  <a:pt x="10313" y="9578"/>
                </a:moveTo>
                <a:lnTo>
                  <a:pt x="630096" y="3396"/>
                </a:lnTo>
                <a:lnTo>
                  <a:pt x="1279583" y="0"/>
                </a:lnTo>
                <a:lnTo>
                  <a:pt x="1281580" y="674044"/>
                </a:lnTo>
                <a:lnTo>
                  <a:pt x="629091" y="672717"/>
                </a:lnTo>
                <a:lnTo>
                  <a:pt x="7910" y="670383"/>
                </a:lnTo>
                <a:lnTo>
                  <a:pt x="0" y="4256"/>
                </a:lnTo>
              </a:path>
            </a:pathLst>
          </a:custGeom>
          <a:ln w="228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B9E0D9-E31D-B438-9C98-C9046340F73C}"/>
              </a:ext>
            </a:extLst>
          </p:cNvPr>
          <p:cNvSpPr txBox="1"/>
          <p:nvPr/>
        </p:nvSpPr>
        <p:spPr>
          <a:xfrm>
            <a:off x="2006600" y="4572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Land + budget + authority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6C74649-5A55-B20F-50F1-B02FCD42F4DE}"/>
              </a:ext>
            </a:extLst>
          </p:cNvPr>
          <p:cNvSpPr/>
          <p:nvPr/>
        </p:nvSpPr>
        <p:spPr>
          <a:xfrm>
            <a:off x="3252665" y="4803373"/>
            <a:ext cx="178506" cy="139"/>
          </a:xfrm>
          <a:custGeom>
            <a:avLst/>
            <a:gdLst/>
            <a:ahLst/>
            <a:cxnLst/>
            <a:rect l="0" t="0" r="0" b="0"/>
            <a:pathLst>
              <a:path w="178506" h="139">
                <a:moveTo>
                  <a:pt x="0" y="138"/>
                </a:moveTo>
                <a:lnTo>
                  <a:pt x="178505" y="0"/>
                </a:lnTo>
              </a:path>
            </a:pathLst>
          </a:custGeom>
          <a:ln w="1905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E20E9B-A3D4-3BAD-DED1-529FD74E4C4B}"/>
              </a:ext>
            </a:extLst>
          </p:cNvPr>
          <p:cNvSpPr/>
          <p:nvPr/>
        </p:nvSpPr>
        <p:spPr>
          <a:xfrm>
            <a:off x="3454400" y="4470400"/>
            <a:ext cx="1270000" cy="660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2FD87CB-B786-9A8F-0A3F-5283EBAC4CD3}"/>
              </a:ext>
            </a:extLst>
          </p:cNvPr>
          <p:cNvSpPr/>
          <p:nvPr/>
        </p:nvSpPr>
        <p:spPr>
          <a:xfrm>
            <a:off x="3446621" y="4463435"/>
            <a:ext cx="1284178" cy="670006"/>
          </a:xfrm>
          <a:custGeom>
            <a:avLst/>
            <a:gdLst/>
            <a:ahLst/>
            <a:cxnLst/>
            <a:rect l="0" t="0" r="0" b="0"/>
            <a:pathLst>
              <a:path w="1284178" h="670006">
                <a:moveTo>
                  <a:pt x="0" y="14067"/>
                </a:moveTo>
                <a:lnTo>
                  <a:pt x="651607" y="14797"/>
                </a:lnTo>
                <a:lnTo>
                  <a:pt x="1284177" y="1270"/>
                </a:lnTo>
                <a:lnTo>
                  <a:pt x="1282663" y="664659"/>
                </a:lnTo>
                <a:lnTo>
                  <a:pt x="645733" y="670005"/>
                </a:lnTo>
                <a:lnTo>
                  <a:pt x="12207" y="661168"/>
                </a:lnTo>
                <a:lnTo>
                  <a:pt x="1621" y="0"/>
                </a:lnTo>
              </a:path>
            </a:pathLst>
          </a:custGeom>
          <a:ln w="228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8B688F-CC03-A1A7-AA91-72FBAA5EC044}"/>
              </a:ext>
            </a:extLst>
          </p:cNvPr>
          <p:cNvSpPr txBox="1"/>
          <p:nvPr/>
        </p:nvSpPr>
        <p:spPr>
          <a:xfrm>
            <a:off x="3505200" y="4572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Residents participate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CB8D4DE-6FC6-0221-14A8-1F1032B7C599}"/>
              </a:ext>
            </a:extLst>
          </p:cNvPr>
          <p:cNvSpPr/>
          <p:nvPr/>
        </p:nvSpPr>
        <p:spPr>
          <a:xfrm>
            <a:off x="4746873" y="4798128"/>
            <a:ext cx="181379" cy="2921"/>
          </a:xfrm>
          <a:custGeom>
            <a:avLst/>
            <a:gdLst/>
            <a:ahLst/>
            <a:cxnLst/>
            <a:rect l="0" t="0" r="0" b="0"/>
            <a:pathLst>
              <a:path w="181379" h="2921">
                <a:moveTo>
                  <a:pt x="0" y="2920"/>
                </a:moveTo>
                <a:lnTo>
                  <a:pt x="181378" y="0"/>
                </a:lnTo>
              </a:path>
            </a:pathLst>
          </a:custGeom>
          <a:ln w="1905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A8E4933-C0A0-CDEC-B458-382B0F853295}"/>
              </a:ext>
            </a:extLst>
          </p:cNvPr>
          <p:cNvSpPr/>
          <p:nvPr/>
        </p:nvSpPr>
        <p:spPr>
          <a:xfrm>
            <a:off x="4953000" y="4470400"/>
            <a:ext cx="1270000" cy="660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C3679F0-F8A4-7D61-E398-1CB412640CF6}"/>
              </a:ext>
            </a:extLst>
          </p:cNvPr>
          <p:cNvSpPr/>
          <p:nvPr/>
        </p:nvSpPr>
        <p:spPr>
          <a:xfrm>
            <a:off x="4948181" y="4467393"/>
            <a:ext cx="1283249" cy="663950"/>
          </a:xfrm>
          <a:custGeom>
            <a:avLst/>
            <a:gdLst/>
            <a:ahLst/>
            <a:cxnLst/>
            <a:rect l="0" t="0" r="0" b="0"/>
            <a:pathLst>
              <a:path w="1283249" h="663950">
                <a:moveTo>
                  <a:pt x="1070" y="0"/>
                </a:moveTo>
                <a:lnTo>
                  <a:pt x="637444" y="8518"/>
                </a:lnTo>
                <a:lnTo>
                  <a:pt x="1283248" y="11296"/>
                </a:lnTo>
                <a:lnTo>
                  <a:pt x="1275768" y="659979"/>
                </a:lnTo>
                <a:lnTo>
                  <a:pt x="645096" y="656067"/>
                </a:lnTo>
                <a:lnTo>
                  <a:pt x="0" y="663949"/>
                </a:lnTo>
                <a:lnTo>
                  <a:pt x="10147" y="6006"/>
                </a:lnTo>
              </a:path>
            </a:pathLst>
          </a:custGeom>
          <a:ln w="228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B382FF-2F0A-7F82-9999-A34A47DD2EAB}"/>
              </a:ext>
            </a:extLst>
          </p:cNvPr>
          <p:cNvSpPr txBox="1"/>
          <p:nvPr/>
        </p:nvSpPr>
        <p:spPr>
          <a:xfrm>
            <a:off x="5003800" y="4572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Risk information is binding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6630921-03A4-6998-5787-936596519466}"/>
              </a:ext>
            </a:extLst>
          </p:cNvPr>
          <p:cNvSpPr/>
          <p:nvPr/>
        </p:nvSpPr>
        <p:spPr>
          <a:xfrm>
            <a:off x="6246488" y="4798515"/>
            <a:ext cx="179370" cy="3969"/>
          </a:xfrm>
          <a:custGeom>
            <a:avLst/>
            <a:gdLst/>
            <a:ahLst/>
            <a:cxnLst/>
            <a:rect l="0" t="0" r="0" b="0"/>
            <a:pathLst>
              <a:path w="179370" h="3969">
                <a:moveTo>
                  <a:pt x="0" y="3968"/>
                </a:moveTo>
                <a:lnTo>
                  <a:pt x="179369" y="0"/>
                </a:lnTo>
              </a:path>
            </a:pathLst>
          </a:custGeom>
          <a:ln w="19050">
            <a:solidFill>
              <a:srgbClr val="22222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B98F964-6234-4C60-15E2-8E577535378F}"/>
              </a:ext>
            </a:extLst>
          </p:cNvPr>
          <p:cNvSpPr/>
          <p:nvPr/>
        </p:nvSpPr>
        <p:spPr>
          <a:xfrm>
            <a:off x="6451600" y="4470400"/>
            <a:ext cx="1270000" cy="660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67459B6-51B9-BAFF-EAAF-59782CCFBE87}"/>
              </a:ext>
            </a:extLst>
          </p:cNvPr>
          <p:cNvSpPr/>
          <p:nvPr/>
        </p:nvSpPr>
        <p:spPr>
          <a:xfrm>
            <a:off x="6445802" y="4470952"/>
            <a:ext cx="1275147" cy="666180"/>
          </a:xfrm>
          <a:custGeom>
            <a:avLst/>
            <a:gdLst/>
            <a:ahLst/>
            <a:cxnLst/>
            <a:rect l="0" t="0" r="0" b="0"/>
            <a:pathLst>
              <a:path w="1275147" h="666180">
                <a:moveTo>
                  <a:pt x="0" y="7971"/>
                </a:moveTo>
                <a:lnTo>
                  <a:pt x="644815" y="6282"/>
                </a:lnTo>
                <a:lnTo>
                  <a:pt x="1275146" y="0"/>
                </a:lnTo>
                <a:lnTo>
                  <a:pt x="1273681" y="657050"/>
                </a:lnTo>
                <a:lnTo>
                  <a:pt x="633071" y="666179"/>
                </a:lnTo>
                <a:lnTo>
                  <a:pt x="7330" y="662986"/>
                </a:lnTo>
                <a:lnTo>
                  <a:pt x="7035" y="4236"/>
                </a:lnTo>
              </a:path>
            </a:pathLst>
          </a:custGeom>
          <a:ln w="228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6EDFBC-F5FB-14CC-F84C-0524018D5463}"/>
              </a:ext>
            </a:extLst>
          </p:cNvPr>
          <p:cNvSpPr txBox="1"/>
          <p:nvPr/>
        </p:nvSpPr>
        <p:spPr>
          <a:xfrm>
            <a:off x="6502400" y="4572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Ink Free" panose="03080402000500000000" pitchFamily="66" charset="0"/>
              </a:rPr>
              <a:t>Long-term settlement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07B850-6A20-2EF5-3B90-3FE5EA3F7FE3}"/>
              </a:ext>
            </a:extLst>
          </p:cNvPr>
          <p:cNvSpPr txBox="1"/>
          <p:nvPr/>
        </p:nvSpPr>
        <p:spPr>
          <a:xfrm>
            <a:off x="6553200" y="5207000"/>
            <a:ext cx="127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Ink Free" panose="03080402000500000000" pitchFamily="66" charset="0"/>
              </a:rPr>
              <a:t>✓ stays dry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4BCD1E-47F0-32E1-1577-002F13BA916B}"/>
              </a:ext>
            </a:extLst>
          </p:cNvPr>
          <p:cNvSpPr txBox="1"/>
          <p:nvPr/>
        </p:nvSpPr>
        <p:spPr>
          <a:xfrm>
            <a:off x="457200" y="5740400"/>
            <a:ext cx="711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C8C8C"/>
                </a:solidFill>
                <a:latin typeface="Segoe UI" panose="020B0502040204020203" pitchFamily="34" charset="0"/>
              </a:rPr>
              <a:t>Separates the cases: one owner (0% vs 90%), residents choose the site (0% vs 90%), binding flood maps (8% vs 100%).</a:t>
            </a:r>
          </a:p>
        </p:txBody>
      </p:sp>
    </p:spTree>
    <p:extLst>
      <p:ext uri="{BB962C8B-B14F-4D97-AF65-F5344CB8AC3E}">
        <p14:creationId xmlns:p14="http://schemas.microsoft.com/office/powerpoint/2010/main" val="338388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46056C-0081-1C34-BD19-40D460B35EBA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03 · MOCK-UP · STATE 7 OF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9F3EE-7DC1-1371-6958-ECACDA1AAB80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Frame 7 — The reveal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2F04F-1906-D452-85CE-BBFD097C16E3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F4246-D17D-9EAF-6CFF-E2E50456E8F4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43922-26DE-EB10-A6C5-A0F9CACBFDA7}"/>
              </a:ext>
            </a:extLst>
          </p:cNvPr>
          <p:cNvSpPr txBox="1"/>
          <p:nvPr/>
        </p:nvSpPr>
        <p:spPr>
          <a:xfrm>
            <a:off x="8255000" y="1168400"/>
            <a:ext cx="342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CDCDCD"/>
                </a:solidFill>
                <a:latin typeface="Bahnschrift" panose="020B0502040204020203" pitchFamily="34" charset="0"/>
              </a:rPr>
              <a:t>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262A5-A914-AB9C-51D7-F98CE62C39B4}"/>
              </a:ext>
            </a:extLst>
          </p:cNvPr>
          <p:cNvSpPr txBox="1"/>
          <p:nvPr/>
        </p:nvSpPr>
        <p:spPr>
          <a:xfrm>
            <a:off x="8255000" y="1905000"/>
            <a:ext cx="342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22222"/>
                </a:solidFill>
                <a:latin typeface="Segoe UI" panose="020B0502040204020203" pitchFamily="34" charset="0"/>
              </a:rPr>
              <a:t>Return to the original Durban map, with the system drawn over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6A701-79C8-EA27-3B36-60B5F709DA48}"/>
              </a:ext>
            </a:extLst>
          </p:cNvPr>
          <p:cNvSpPr txBox="1"/>
          <p:nvPr/>
        </p:nvSpPr>
        <p:spPr>
          <a:xfrm>
            <a:off x="8255000" y="3327400"/>
            <a:ext cx="342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28C7C-BBD2-A87A-03D7-3435554DC455}"/>
              </a:ext>
            </a:extLst>
          </p:cNvPr>
          <p:cNvSpPr txBox="1"/>
          <p:nvPr/>
        </p:nvSpPr>
        <p:spPr>
          <a:xfrm>
            <a:off x="8255000" y="3530600"/>
            <a:ext cx="3429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Ink Free" panose="03080402000500000000" pitchFamily="66" charset="0"/>
              </a:rPr>
              <a:t>Each institution lights up and links to what it knew. None connects to the decision about the site.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FA4F66-FB2F-E54E-FA25-EA9411441DE8}"/>
              </a:ext>
            </a:extLst>
          </p:cNvPr>
          <p:cNvSpPr/>
          <p:nvPr/>
        </p:nvSpPr>
        <p:spPr>
          <a:xfrm>
            <a:off x="8077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014901-14AC-DB34-BFE9-2B5E75A49537}"/>
              </a:ext>
            </a:extLst>
          </p:cNvPr>
          <p:cNvSpPr/>
          <p:nvPr/>
        </p:nvSpPr>
        <p:spPr>
          <a:xfrm>
            <a:off x="83566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11F273-BAC3-2749-26DB-FEBFB78900B0}"/>
              </a:ext>
            </a:extLst>
          </p:cNvPr>
          <p:cNvSpPr/>
          <p:nvPr/>
        </p:nvSpPr>
        <p:spPr>
          <a:xfrm>
            <a:off x="86360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21D461-4E4B-8712-65B8-49CA51853DE0}"/>
              </a:ext>
            </a:extLst>
          </p:cNvPr>
          <p:cNvSpPr/>
          <p:nvPr/>
        </p:nvSpPr>
        <p:spPr>
          <a:xfrm>
            <a:off x="89154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5F6804-F2F5-25FC-23E7-5BB2AC58EBDF}"/>
              </a:ext>
            </a:extLst>
          </p:cNvPr>
          <p:cNvSpPr/>
          <p:nvPr/>
        </p:nvSpPr>
        <p:spPr>
          <a:xfrm>
            <a:off x="91948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F92E49-6FD5-6E8F-7865-A8986EAD7DC9}"/>
              </a:ext>
            </a:extLst>
          </p:cNvPr>
          <p:cNvSpPr/>
          <p:nvPr/>
        </p:nvSpPr>
        <p:spPr>
          <a:xfrm>
            <a:off x="9474200" y="6400800"/>
            <a:ext cx="101600" cy="101600"/>
          </a:xfrm>
          <a:prstGeom prst="ellipse">
            <a:avLst/>
          </a:prstGeom>
          <a:noFill/>
          <a:ln w="12700" cap="flat" cmpd="sng" algn="ctr">
            <a:solidFill>
              <a:srgbClr val="8C8C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9C64AAF-E659-BE2A-B3D8-0ADF31FD39A5}"/>
              </a:ext>
            </a:extLst>
          </p:cNvPr>
          <p:cNvSpPr/>
          <p:nvPr/>
        </p:nvSpPr>
        <p:spPr>
          <a:xfrm>
            <a:off x="9740900" y="63881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010753-7944-C6BA-D090-E58EB2FB6895}"/>
              </a:ext>
            </a:extLst>
          </p:cNvPr>
          <p:cNvSpPr txBox="1"/>
          <p:nvPr/>
        </p:nvSpPr>
        <p:spPr>
          <a:xfrm>
            <a:off x="8128000" y="6578600"/>
            <a:ext cx="254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700">
                <a:solidFill>
                  <a:srgbClr val="8C8C8C"/>
                </a:solidFill>
                <a:latin typeface="Consolas" panose="020B0609020204030204" pitchFamily="49" charset="0"/>
              </a:rPr>
              <a:t>frame 1 2 3 4 5 6 7</a:t>
            </a:r>
            <a:endParaRPr lang="en-US" sz="70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F34F64-2138-131D-33C2-0E3AE8A767CC}"/>
              </a:ext>
            </a:extLst>
          </p:cNvPr>
          <p:cNvSpPr/>
          <p:nvPr/>
        </p:nvSpPr>
        <p:spPr>
          <a:xfrm>
            <a:off x="2616200" y="1168400"/>
            <a:ext cx="5207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CED340-07FF-463A-880A-7158976B657A}"/>
              </a:ext>
            </a:extLst>
          </p:cNvPr>
          <p:cNvSpPr/>
          <p:nvPr/>
        </p:nvSpPr>
        <p:spPr>
          <a:xfrm>
            <a:off x="2607562" y="1160048"/>
            <a:ext cx="5223684" cy="5096977"/>
          </a:xfrm>
          <a:custGeom>
            <a:avLst/>
            <a:gdLst/>
            <a:ahLst/>
            <a:cxnLst/>
            <a:rect l="0" t="0" r="0" b="0"/>
            <a:pathLst>
              <a:path w="5223684" h="5096977">
                <a:moveTo>
                  <a:pt x="11909" y="10485"/>
                </a:moveTo>
                <a:lnTo>
                  <a:pt x="662524" y="8544"/>
                </a:lnTo>
                <a:lnTo>
                  <a:pt x="1311637" y="3952"/>
                </a:lnTo>
                <a:lnTo>
                  <a:pt x="1968825" y="0"/>
                </a:lnTo>
                <a:lnTo>
                  <a:pt x="2610132" y="9287"/>
                </a:lnTo>
                <a:lnTo>
                  <a:pt x="3260931" y="11686"/>
                </a:lnTo>
                <a:lnTo>
                  <a:pt x="3907112" y="1874"/>
                </a:lnTo>
                <a:lnTo>
                  <a:pt x="4570965" y="891"/>
                </a:lnTo>
                <a:lnTo>
                  <a:pt x="5223683" y="5813"/>
                </a:lnTo>
                <a:lnTo>
                  <a:pt x="5218524" y="649884"/>
                </a:lnTo>
                <a:lnTo>
                  <a:pt x="5213801" y="1280541"/>
                </a:lnTo>
                <a:lnTo>
                  <a:pt x="5213591" y="1911659"/>
                </a:lnTo>
                <a:lnTo>
                  <a:pt x="5222172" y="2554315"/>
                </a:lnTo>
                <a:lnTo>
                  <a:pt x="5214377" y="3185689"/>
                </a:lnTo>
                <a:lnTo>
                  <a:pt x="5222765" y="3821860"/>
                </a:lnTo>
                <a:lnTo>
                  <a:pt x="5219568" y="4446602"/>
                </a:lnTo>
                <a:lnTo>
                  <a:pt x="5215952" y="5087635"/>
                </a:lnTo>
                <a:lnTo>
                  <a:pt x="4570924" y="5082657"/>
                </a:lnTo>
                <a:lnTo>
                  <a:pt x="3922767" y="5091697"/>
                </a:lnTo>
                <a:lnTo>
                  <a:pt x="3258145" y="5082901"/>
                </a:lnTo>
                <a:lnTo>
                  <a:pt x="2607627" y="5082016"/>
                </a:lnTo>
                <a:lnTo>
                  <a:pt x="1962902" y="5082544"/>
                </a:lnTo>
                <a:lnTo>
                  <a:pt x="1310414" y="5093256"/>
                </a:lnTo>
                <a:lnTo>
                  <a:pt x="657952" y="5083822"/>
                </a:lnTo>
                <a:lnTo>
                  <a:pt x="8529" y="5096976"/>
                </a:lnTo>
                <a:lnTo>
                  <a:pt x="15814" y="4448534"/>
                </a:lnTo>
                <a:lnTo>
                  <a:pt x="0" y="3821947"/>
                </a:lnTo>
                <a:lnTo>
                  <a:pt x="6373" y="3175544"/>
                </a:lnTo>
                <a:lnTo>
                  <a:pt x="3929" y="2544166"/>
                </a:lnTo>
                <a:lnTo>
                  <a:pt x="11185" y="1917528"/>
                </a:lnTo>
                <a:lnTo>
                  <a:pt x="14389" y="1274688"/>
                </a:lnTo>
                <a:lnTo>
                  <a:pt x="2050" y="646728"/>
                </a:lnTo>
                <a:lnTo>
                  <a:pt x="14533" y="4131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B456A20-CB94-3117-3863-7694036CA4BF}"/>
              </a:ext>
            </a:extLst>
          </p:cNvPr>
          <p:cNvSpPr/>
          <p:nvPr/>
        </p:nvSpPr>
        <p:spPr>
          <a:xfrm>
            <a:off x="6251097" y="1223244"/>
            <a:ext cx="853369" cy="4982369"/>
          </a:xfrm>
          <a:custGeom>
            <a:avLst/>
            <a:gdLst/>
            <a:ahLst/>
            <a:cxnLst/>
            <a:rect l="0" t="0" r="0" b="0"/>
            <a:pathLst>
              <a:path w="853369" h="4982369">
                <a:moveTo>
                  <a:pt x="522318" y="0"/>
                </a:moveTo>
                <a:lnTo>
                  <a:pt x="421208" y="575985"/>
                </a:lnTo>
                <a:lnTo>
                  <a:pt x="311781" y="1141437"/>
                </a:lnTo>
                <a:lnTo>
                  <a:pt x="208909" y="1722366"/>
                </a:lnTo>
                <a:lnTo>
                  <a:pt x="429637" y="2174083"/>
                </a:lnTo>
                <a:lnTo>
                  <a:pt x="622928" y="2630229"/>
                </a:lnTo>
                <a:lnTo>
                  <a:pt x="853368" y="3084385"/>
                </a:lnTo>
                <a:lnTo>
                  <a:pt x="632891" y="3556625"/>
                </a:lnTo>
                <a:lnTo>
                  <a:pt x="417357" y="4045117"/>
                </a:lnTo>
                <a:lnTo>
                  <a:pt x="225743" y="4504254"/>
                </a:lnTo>
                <a:lnTo>
                  <a:pt x="0" y="4982368"/>
                </a:lnTo>
              </a:path>
            </a:pathLst>
          </a:custGeom>
          <a:ln w="381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1798E-8EED-619E-3A5E-71A8CC61BDDD}"/>
              </a:ext>
            </a:extLst>
          </p:cNvPr>
          <p:cNvSpPr txBox="1"/>
          <p:nvPr/>
        </p:nvSpPr>
        <p:spPr>
          <a:xfrm>
            <a:off x="6990080" y="32004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Ink Free" panose="03080402000500000000" pitchFamily="66" charset="0"/>
              </a:rPr>
              <a:t>Indian Ocean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A9655F3-F18B-A33D-EEC9-A37A2654CF42}"/>
              </a:ext>
            </a:extLst>
          </p:cNvPr>
          <p:cNvSpPr/>
          <p:nvPr/>
        </p:nvSpPr>
        <p:spPr>
          <a:xfrm>
            <a:off x="2760733" y="2710554"/>
            <a:ext cx="3233565" cy="265930"/>
          </a:xfrm>
          <a:custGeom>
            <a:avLst/>
            <a:gdLst/>
            <a:ahLst/>
            <a:cxnLst/>
            <a:rect l="0" t="0" r="0" b="0"/>
            <a:pathLst>
              <a:path w="3233565" h="265930">
                <a:moveTo>
                  <a:pt x="0" y="139687"/>
                </a:moveTo>
                <a:lnTo>
                  <a:pt x="285364" y="251902"/>
                </a:lnTo>
                <a:lnTo>
                  <a:pt x="537254" y="236760"/>
                </a:lnTo>
                <a:lnTo>
                  <a:pt x="812475" y="122831"/>
                </a:lnTo>
                <a:lnTo>
                  <a:pt x="1074726" y="21057"/>
                </a:lnTo>
                <a:lnTo>
                  <a:pt x="1349994" y="39668"/>
                </a:lnTo>
                <a:lnTo>
                  <a:pt x="1624055" y="178631"/>
                </a:lnTo>
                <a:lnTo>
                  <a:pt x="1899753" y="265929"/>
                </a:lnTo>
                <a:lnTo>
                  <a:pt x="2167790" y="211183"/>
                </a:lnTo>
                <a:lnTo>
                  <a:pt x="2421465" y="77001"/>
                </a:lnTo>
                <a:lnTo>
                  <a:pt x="2690171" y="0"/>
                </a:lnTo>
                <a:lnTo>
                  <a:pt x="2958225" y="68066"/>
                </a:lnTo>
                <a:lnTo>
                  <a:pt x="3233564" y="210422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78D7725-9956-548E-0878-0C259614A650}"/>
              </a:ext>
            </a:extLst>
          </p:cNvPr>
          <p:cNvSpPr/>
          <p:nvPr/>
        </p:nvSpPr>
        <p:spPr>
          <a:xfrm>
            <a:off x="2866614" y="4206943"/>
            <a:ext cx="2858136" cy="227218"/>
          </a:xfrm>
          <a:custGeom>
            <a:avLst/>
            <a:gdLst/>
            <a:ahLst/>
            <a:cxnLst/>
            <a:rect l="0" t="0" r="0" b="0"/>
            <a:pathLst>
              <a:path w="2858136" h="227218">
                <a:moveTo>
                  <a:pt x="0" y="113717"/>
                </a:moveTo>
                <a:lnTo>
                  <a:pt x="235694" y="207467"/>
                </a:lnTo>
                <a:lnTo>
                  <a:pt x="488442" y="200411"/>
                </a:lnTo>
                <a:lnTo>
                  <a:pt x="713002" y="90254"/>
                </a:lnTo>
                <a:lnTo>
                  <a:pt x="959577" y="2357"/>
                </a:lnTo>
                <a:lnTo>
                  <a:pt x="1201135" y="27485"/>
                </a:lnTo>
                <a:lnTo>
                  <a:pt x="1430167" y="149326"/>
                </a:lnTo>
                <a:lnTo>
                  <a:pt x="1666524" y="227217"/>
                </a:lnTo>
                <a:lnTo>
                  <a:pt x="1907844" y="170837"/>
                </a:lnTo>
                <a:lnTo>
                  <a:pt x="2158517" y="61893"/>
                </a:lnTo>
                <a:lnTo>
                  <a:pt x="2389856" y="0"/>
                </a:lnTo>
                <a:lnTo>
                  <a:pt x="2623595" y="56098"/>
                </a:lnTo>
                <a:lnTo>
                  <a:pt x="2858135" y="172149"/>
                </a:lnTo>
              </a:path>
            </a:pathLst>
          </a:custGeom>
          <a:ln w="317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0B00BD0-9017-D4A2-DEDA-D69CBDF672D0}"/>
              </a:ext>
            </a:extLst>
          </p:cNvPr>
          <p:cNvSpPr/>
          <p:nvPr/>
        </p:nvSpPr>
        <p:spPr>
          <a:xfrm>
            <a:off x="4025986" y="2896529"/>
            <a:ext cx="306597" cy="1319770"/>
          </a:xfrm>
          <a:custGeom>
            <a:avLst/>
            <a:gdLst/>
            <a:ahLst/>
            <a:cxnLst/>
            <a:rect l="0" t="0" r="0" b="0"/>
            <a:pathLst>
              <a:path w="306597" h="1319770">
                <a:moveTo>
                  <a:pt x="150699" y="0"/>
                </a:moveTo>
                <a:lnTo>
                  <a:pt x="77779" y="412595"/>
                </a:lnTo>
                <a:lnTo>
                  <a:pt x="0" y="818286"/>
                </a:lnTo>
                <a:lnTo>
                  <a:pt x="306596" y="1319769"/>
                </a:lnTo>
              </a:path>
            </a:pathLst>
          </a:custGeom>
          <a:ln w="1905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024634E-EB73-6AC9-2466-7F802A9AF98D}"/>
              </a:ext>
            </a:extLst>
          </p:cNvPr>
          <p:cNvSpPr/>
          <p:nvPr/>
        </p:nvSpPr>
        <p:spPr>
          <a:xfrm>
            <a:off x="3241040" y="2286000"/>
            <a:ext cx="1770381" cy="1016001"/>
          </a:xfrm>
          <a:custGeom>
            <a:avLst/>
            <a:gdLst/>
            <a:ahLst/>
            <a:cxnLst/>
            <a:rect l="0" t="0" r="0" b="0"/>
            <a:pathLst>
              <a:path w="1770381" h="1016001">
                <a:moveTo>
                  <a:pt x="0" y="406400"/>
                </a:moveTo>
                <a:lnTo>
                  <a:pt x="937260" y="0"/>
                </a:lnTo>
                <a:lnTo>
                  <a:pt x="1770380" y="406400"/>
                </a:lnTo>
                <a:lnTo>
                  <a:pt x="1353820" y="1016000"/>
                </a:lnTo>
                <a:lnTo>
                  <a:pt x="312420" y="914400"/>
                </a:lnTo>
                <a:close/>
              </a:path>
            </a:pathLst>
          </a:custGeom>
          <a:solidFill>
            <a:srgbClr val="F4B6B6">
              <a:alpha val="75000"/>
            </a:srgbClr>
          </a:solidFill>
          <a:ln w="15240">
            <a:solidFill>
              <a:srgbClr val="D031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1EF9014-371E-E634-8AEA-73577A0F46A0}"/>
              </a:ext>
            </a:extLst>
          </p:cNvPr>
          <p:cNvSpPr/>
          <p:nvPr/>
        </p:nvSpPr>
        <p:spPr>
          <a:xfrm>
            <a:off x="4074160" y="3911600"/>
            <a:ext cx="1666241" cy="1016001"/>
          </a:xfrm>
          <a:custGeom>
            <a:avLst/>
            <a:gdLst/>
            <a:ahLst/>
            <a:cxnLst/>
            <a:rect l="0" t="0" r="0" b="0"/>
            <a:pathLst>
              <a:path w="1666241" h="1016001">
                <a:moveTo>
                  <a:pt x="0" y="203200"/>
                </a:moveTo>
                <a:lnTo>
                  <a:pt x="937260" y="0"/>
                </a:lnTo>
                <a:lnTo>
                  <a:pt x="1666240" y="406400"/>
                </a:lnTo>
                <a:lnTo>
                  <a:pt x="1145540" y="1016000"/>
                </a:lnTo>
                <a:lnTo>
                  <a:pt x="208280" y="812800"/>
                </a:lnTo>
                <a:close/>
              </a:path>
            </a:pathLst>
          </a:custGeom>
          <a:solidFill>
            <a:srgbClr val="F4B6B6">
              <a:alpha val="75000"/>
            </a:srgbClr>
          </a:solidFill>
          <a:ln w="15240">
            <a:solidFill>
              <a:srgbClr val="D031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34DBD3-9465-3C90-7DF3-F324673C1EAC}"/>
              </a:ext>
            </a:extLst>
          </p:cNvPr>
          <p:cNvSpPr/>
          <p:nvPr/>
        </p:nvSpPr>
        <p:spPr>
          <a:xfrm>
            <a:off x="3596640" y="2527300"/>
            <a:ext cx="330200" cy="330200"/>
          </a:xfrm>
          <a:prstGeom prst="ellipse">
            <a:avLst/>
          </a:prstGeom>
          <a:noFill/>
          <a:ln w="15240" cap="flat" cmpd="sng" algn="ctr">
            <a:solidFill>
              <a:srgbClr val="D03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BDB2E80-262C-31EF-978C-F109A9037A7F}"/>
              </a:ext>
            </a:extLst>
          </p:cNvPr>
          <p:cNvSpPr/>
          <p:nvPr/>
        </p:nvSpPr>
        <p:spPr>
          <a:xfrm>
            <a:off x="3685540" y="2616200"/>
            <a:ext cx="152400" cy="1524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C3C6BC-5B41-08F7-95F1-E267DF927A42}"/>
              </a:ext>
            </a:extLst>
          </p:cNvPr>
          <p:cNvSpPr/>
          <p:nvPr/>
        </p:nvSpPr>
        <p:spPr>
          <a:xfrm>
            <a:off x="4273550" y="2222500"/>
            <a:ext cx="330200" cy="330200"/>
          </a:xfrm>
          <a:prstGeom prst="ellipse">
            <a:avLst/>
          </a:prstGeom>
          <a:noFill/>
          <a:ln w="15240" cap="flat" cmpd="sng" algn="ctr">
            <a:solidFill>
              <a:srgbClr val="D03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FF6E276-F892-BC4C-E8A0-A4DBF4090B4C}"/>
              </a:ext>
            </a:extLst>
          </p:cNvPr>
          <p:cNvSpPr/>
          <p:nvPr/>
        </p:nvSpPr>
        <p:spPr>
          <a:xfrm>
            <a:off x="4362450" y="2311400"/>
            <a:ext cx="152400" cy="1524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B5F50F-A079-2648-8AB0-DD916B089A12}"/>
              </a:ext>
            </a:extLst>
          </p:cNvPr>
          <p:cNvSpPr/>
          <p:nvPr/>
        </p:nvSpPr>
        <p:spPr>
          <a:xfrm>
            <a:off x="4742180" y="3136900"/>
            <a:ext cx="330200" cy="330200"/>
          </a:xfrm>
          <a:prstGeom prst="ellipse">
            <a:avLst/>
          </a:prstGeom>
          <a:noFill/>
          <a:ln w="15240" cap="flat" cmpd="sng" algn="ctr">
            <a:solidFill>
              <a:srgbClr val="D03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503843C-D6EB-8A62-5F0E-CB02048FA4FB}"/>
              </a:ext>
            </a:extLst>
          </p:cNvPr>
          <p:cNvSpPr/>
          <p:nvPr/>
        </p:nvSpPr>
        <p:spPr>
          <a:xfrm>
            <a:off x="4831080" y="3225800"/>
            <a:ext cx="152400" cy="1524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1B4F53E-E30A-2276-46DC-9BEC496D3ECC}"/>
              </a:ext>
            </a:extLst>
          </p:cNvPr>
          <p:cNvSpPr/>
          <p:nvPr/>
        </p:nvSpPr>
        <p:spPr>
          <a:xfrm>
            <a:off x="3912870" y="4057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EA76119-A3A1-137B-37BB-C634119AC715}"/>
              </a:ext>
            </a:extLst>
          </p:cNvPr>
          <p:cNvSpPr/>
          <p:nvPr/>
        </p:nvSpPr>
        <p:spPr>
          <a:xfrm>
            <a:off x="4641850" y="4565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6AF8BBD-B500-C3D2-D67F-0B4A0DE6FB3F}"/>
              </a:ext>
            </a:extLst>
          </p:cNvPr>
          <p:cNvSpPr/>
          <p:nvPr/>
        </p:nvSpPr>
        <p:spPr>
          <a:xfrm>
            <a:off x="5266690" y="390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659175D-17D5-E4ED-C0B3-A7D4699A79CD}"/>
              </a:ext>
            </a:extLst>
          </p:cNvPr>
          <p:cNvSpPr/>
          <p:nvPr/>
        </p:nvSpPr>
        <p:spPr>
          <a:xfrm>
            <a:off x="5579110" y="2533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6D8AB43-B48A-1A70-5D9E-448C1B0B63FB}"/>
              </a:ext>
            </a:extLst>
          </p:cNvPr>
          <p:cNvSpPr/>
          <p:nvPr/>
        </p:nvSpPr>
        <p:spPr>
          <a:xfrm>
            <a:off x="3392170" y="3448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F49371-8AE7-F876-098E-539095E78843}"/>
              </a:ext>
            </a:extLst>
          </p:cNvPr>
          <p:cNvSpPr/>
          <p:nvPr/>
        </p:nvSpPr>
        <p:spPr>
          <a:xfrm>
            <a:off x="5058410" y="5175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BD1B87E-B2CF-A119-2131-EC519A4C2F58}"/>
              </a:ext>
            </a:extLst>
          </p:cNvPr>
          <p:cNvSpPr/>
          <p:nvPr/>
        </p:nvSpPr>
        <p:spPr>
          <a:xfrm>
            <a:off x="5787390" y="44640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A8A2FC6-50B4-A63A-C0AB-262DCD40B5BF}"/>
              </a:ext>
            </a:extLst>
          </p:cNvPr>
          <p:cNvSpPr/>
          <p:nvPr/>
        </p:nvSpPr>
        <p:spPr>
          <a:xfrm>
            <a:off x="4121150" y="33464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B9D018D-275B-E368-FF23-17EF9925582B}"/>
              </a:ext>
            </a:extLst>
          </p:cNvPr>
          <p:cNvSpPr/>
          <p:nvPr/>
        </p:nvSpPr>
        <p:spPr>
          <a:xfrm>
            <a:off x="5422900" y="31432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B4B75E-6386-15E8-6541-7AF2AD45411C}"/>
              </a:ext>
            </a:extLst>
          </p:cNvPr>
          <p:cNvSpPr/>
          <p:nvPr/>
        </p:nvSpPr>
        <p:spPr>
          <a:xfrm>
            <a:off x="457200" y="1295400"/>
            <a:ext cx="1905000" cy="711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0C268FD-8D78-99D0-0EF5-1B09C2C91EED}"/>
              </a:ext>
            </a:extLst>
          </p:cNvPr>
          <p:cNvSpPr/>
          <p:nvPr/>
        </p:nvSpPr>
        <p:spPr>
          <a:xfrm>
            <a:off x="449480" y="1286550"/>
            <a:ext cx="1907047" cy="727189"/>
          </a:xfrm>
          <a:custGeom>
            <a:avLst/>
            <a:gdLst/>
            <a:ahLst/>
            <a:cxnLst/>
            <a:rect l="0" t="0" r="0" b="0"/>
            <a:pathLst>
              <a:path w="1907047" h="727189">
                <a:moveTo>
                  <a:pt x="2023" y="12945"/>
                </a:moveTo>
                <a:lnTo>
                  <a:pt x="489234" y="14193"/>
                </a:lnTo>
                <a:lnTo>
                  <a:pt x="951439" y="0"/>
                </a:lnTo>
                <a:lnTo>
                  <a:pt x="1429047" y="4432"/>
                </a:lnTo>
                <a:lnTo>
                  <a:pt x="1907046" y="8005"/>
                </a:lnTo>
                <a:lnTo>
                  <a:pt x="1905610" y="721077"/>
                </a:lnTo>
                <a:lnTo>
                  <a:pt x="1435043" y="719310"/>
                </a:lnTo>
                <a:lnTo>
                  <a:pt x="959266" y="718495"/>
                </a:lnTo>
                <a:lnTo>
                  <a:pt x="490740" y="727188"/>
                </a:lnTo>
                <a:lnTo>
                  <a:pt x="1566" y="723549"/>
                </a:lnTo>
                <a:lnTo>
                  <a:pt x="0" y="11367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E3B6F3-E3AE-D09A-DA24-83BC5088D9F3}"/>
              </a:ext>
            </a:extLst>
          </p:cNvPr>
          <p:cNvSpPr txBox="1"/>
          <p:nvPr/>
        </p:nvSpPr>
        <p:spPr>
          <a:xfrm>
            <a:off x="558800" y="1371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Bahnschrift" panose="020B0502040204020203" pitchFamily="34" charset="0"/>
              </a:rPr>
              <a:t>SAWS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E780F3-4A0C-CD18-C303-8D4306E805EC}"/>
              </a:ext>
            </a:extLst>
          </p:cNvPr>
          <p:cNvSpPr txBox="1"/>
          <p:nvPr/>
        </p:nvSpPr>
        <p:spPr>
          <a:xfrm>
            <a:off x="558800" y="16510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8C8C8C"/>
                </a:solidFill>
                <a:latin typeface="Ink Free" panose="03080402000500000000" pitchFamily="66" charset="0"/>
              </a:rPr>
              <a:t>had the forecast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3D6D01B-CFE8-F7E8-FACF-EEF8787C0F6F}"/>
              </a:ext>
            </a:extLst>
          </p:cNvPr>
          <p:cNvSpPr/>
          <p:nvPr/>
        </p:nvSpPr>
        <p:spPr>
          <a:xfrm>
            <a:off x="2361081" y="1655362"/>
            <a:ext cx="1249786" cy="936768"/>
          </a:xfrm>
          <a:custGeom>
            <a:avLst/>
            <a:gdLst/>
            <a:ahLst/>
            <a:cxnLst/>
            <a:rect l="0" t="0" r="0" b="0"/>
            <a:pathLst>
              <a:path w="1249786" h="936768">
                <a:moveTo>
                  <a:pt x="0" y="0"/>
                </a:moveTo>
                <a:lnTo>
                  <a:pt x="413046" y="311975"/>
                </a:lnTo>
                <a:lnTo>
                  <a:pt x="838204" y="623383"/>
                </a:lnTo>
                <a:lnTo>
                  <a:pt x="1249785" y="936767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8AF1C2-1EB2-2AA4-3290-10A2F48A2353}"/>
              </a:ext>
            </a:extLst>
          </p:cNvPr>
          <p:cNvSpPr/>
          <p:nvPr/>
        </p:nvSpPr>
        <p:spPr>
          <a:xfrm>
            <a:off x="457200" y="2286000"/>
            <a:ext cx="1905000" cy="711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B341D9E-3906-4642-26E3-30D3A6BDD59D}"/>
              </a:ext>
            </a:extLst>
          </p:cNvPr>
          <p:cNvSpPr/>
          <p:nvPr/>
        </p:nvSpPr>
        <p:spPr>
          <a:xfrm>
            <a:off x="449852" y="2283664"/>
            <a:ext cx="1913806" cy="721282"/>
          </a:xfrm>
          <a:custGeom>
            <a:avLst/>
            <a:gdLst/>
            <a:ahLst/>
            <a:cxnLst/>
            <a:rect l="0" t="0" r="0" b="0"/>
            <a:pathLst>
              <a:path w="1913806" h="721282">
                <a:moveTo>
                  <a:pt x="11757" y="7735"/>
                </a:moveTo>
                <a:lnTo>
                  <a:pt x="492003" y="6357"/>
                </a:lnTo>
                <a:lnTo>
                  <a:pt x="959138" y="0"/>
                </a:lnTo>
                <a:lnTo>
                  <a:pt x="1442722" y="1239"/>
                </a:lnTo>
                <a:lnTo>
                  <a:pt x="1905634" y="8870"/>
                </a:lnTo>
                <a:lnTo>
                  <a:pt x="1913805" y="708811"/>
                </a:lnTo>
                <a:lnTo>
                  <a:pt x="1435908" y="718430"/>
                </a:lnTo>
                <a:lnTo>
                  <a:pt x="954741" y="712718"/>
                </a:lnTo>
                <a:lnTo>
                  <a:pt x="487771" y="721281"/>
                </a:lnTo>
                <a:lnTo>
                  <a:pt x="496" y="710367"/>
                </a:lnTo>
                <a:lnTo>
                  <a:pt x="0" y="8633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C0F8E7-DC2D-760A-D760-37CA4DD08E30}"/>
              </a:ext>
            </a:extLst>
          </p:cNvPr>
          <p:cNvSpPr txBox="1"/>
          <p:nvPr/>
        </p:nvSpPr>
        <p:spPr>
          <a:xfrm>
            <a:off x="558800" y="23622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Bahnschrift" panose="020B0502040204020203" pitchFamily="34" charset="0"/>
              </a:rPr>
              <a:t>City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FCE94C-2D61-63A5-E77A-35F10F430285}"/>
              </a:ext>
            </a:extLst>
          </p:cNvPr>
          <p:cNvSpPr txBox="1"/>
          <p:nvPr/>
        </p:nvSpPr>
        <p:spPr>
          <a:xfrm>
            <a:off x="558800" y="26416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8C8C8C"/>
                </a:solidFill>
                <a:latin typeface="Ink Free" panose="03080402000500000000" pitchFamily="66" charset="0"/>
              </a:rPr>
              <a:t>had the flood map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7A1D6CB-30F9-9CBF-5B1E-2E0EA718EDF5}"/>
              </a:ext>
            </a:extLst>
          </p:cNvPr>
          <p:cNvSpPr/>
          <p:nvPr/>
        </p:nvSpPr>
        <p:spPr>
          <a:xfrm>
            <a:off x="2365592" y="2642083"/>
            <a:ext cx="1241443" cy="5266"/>
          </a:xfrm>
          <a:custGeom>
            <a:avLst/>
            <a:gdLst/>
            <a:ahLst/>
            <a:cxnLst/>
            <a:rect l="0" t="0" r="0" b="0"/>
            <a:pathLst>
              <a:path w="1241443" h="5266">
                <a:moveTo>
                  <a:pt x="0" y="1762"/>
                </a:moveTo>
                <a:lnTo>
                  <a:pt x="619257" y="0"/>
                </a:lnTo>
                <a:lnTo>
                  <a:pt x="1241442" y="5265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941D124-9805-6278-1C6B-93472C0CD476}"/>
              </a:ext>
            </a:extLst>
          </p:cNvPr>
          <p:cNvSpPr/>
          <p:nvPr/>
        </p:nvSpPr>
        <p:spPr>
          <a:xfrm>
            <a:off x="457200" y="3276600"/>
            <a:ext cx="1905000" cy="711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972DB86-ACF8-85EB-FB62-AA8327628591}"/>
              </a:ext>
            </a:extLst>
          </p:cNvPr>
          <p:cNvSpPr/>
          <p:nvPr/>
        </p:nvSpPr>
        <p:spPr>
          <a:xfrm>
            <a:off x="451017" y="3272411"/>
            <a:ext cx="1920045" cy="721285"/>
          </a:xfrm>
          <a:custGeom>
            <a:avLst/>
            <a:gdLst/>
            <a:ahLst/>
            <a:cxnLst/>
            <a:rect l="0" t="0" r="0" b="0"/>
            <a:pathLst>
              <a:path w="1920045" h="721285">
                <a:moveTo>
                  <a:pt x="7937" y="0"/>
                </a:moveTo>
                <a:lnTo>
                  <a:pt x="474552" y="3959"/>
                </a:lnTo>
                <a:lnTo>
                  <a:pt x="961018" y="5544"/>
                </a:lnTo>
                <a:lnTo>
                  <a:pt x="1438570" y="571"/>
                </a:lnTo>
                <a:lnTo>
                  <a:pt x="1912695" y="7631"/>
                </a:lnTo>
                <a:lnTo>
                  <a:pt x="1920044" y="707881"/>
                </a:lnTo>
                <a:lnTo>
                  <a:pt x="1435643" y="714365"/>
                </a:lnTo>
                <a:lnTo>
                  <a:pt x="963644" y="711591"/>
                </a:lnTo>
                <a:lnTo>
                  <a:pt x="475585" y="721284"/>
                </a:lnTo>
                <a:lnTo>
                  <a:pt x="0" y="717819"/>
                </a:lnTo>
                <a:lnTo>
                  <a:pt x="8507" y="8596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3847CA-6F6B-C8B8-CA51-2170442DDC5C}"/>
              </a:ext>
            </a:extLst>
          </p:cNvPr>
          <p:cNvSpPr txBox="1"/>
          <p:nvPr/>
        </p:nvSpPr>
        <p:spPr>
          <a:xfrm>
            <a:off x="558800" y="33528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Bahnschrift" panose="020B0502040204020203" pitchFamily="34" charset="0"/>
              </a:rPr>
              <a:t>Auditor-General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70BE5D-E953-94B9-6D78-066105E9ADA0}"/>
              </a:ext>
            </a:extLst>
          </p:cNvPr>
          <p:cNvSpPr txBox="1"/>
          <p:nvPr/>
        </p:nvSpPr>
        <p:spPr>
          <a:xfrm>
            <a:off x="558800" y="36322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8C8C8C"/>
                </a:solidFill>
                <a:latin typeface="Ink Free" panose="03080402000500000000" pitchFamily="66" charset="0"/>
              </a:rPr>
              <a:t>flagged the site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D31BE95-2A07-E06E-3714-96CC3456861E}"/>
              </a:ext>
            </a:extLst>
          </p:cNvPr>
          <p:cNvSpPr/>
          <p:nvPr/>
        </p:nvSpPr>
        <p:spPr>
          <a:xfrm>
            <a:off x="2355939" y="2689809"/>
            <a:ext cx="1247516" cy="936168"/>
          </a:xfrm>
          <a:custGeom>
            <a:avLst/>
            <a:gdLst/>
            <a:ahLst/>
            <a:cxnLst/>
            <a:rect l="0" t="0" r="0" b="0"/>
            <a:pathLst>
              <a:path w="1247516" h="936168">
                <a:moveTo>
                  <a:pt x="0" y="936167"/>
                </a:moveTo>
                <a:lnTo>
                  <a:pt x="421731" y="626564"/>
                </a:lnTo>
                <a:lnTo>
                  <a:pt x="837915" y="320859"/>
                </a:lnTo>
                <a:lnTo>
                  <a:pt x="1247515" y="0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AAB5BA-9AC5-5608-A463-45C362E07EEB}"/>
              </a:ext>
            </a:extLst>
          </p:cNvPr>
          <p:cNvSpPr/>
          <p:nvPr/>
        </p:nvSpPr>
        <p:spPr>
          <a:xfrm>
            <a:off x="457200" y="4267200"/>
            <a:ext cx="1905000" cy="711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B1EFB8B-3877-4188-C1F8-99FAA2799A57}"/>
              </a:ext>
            </a:extLst>
          </p:cNvPr>
          <p:cNvSpPr/>
          <p:nvPr/>
        </p:nvSpPr>
        <p:spPr>
          <a:xfrm>
            <a:off x="449646" y="4259997"/>
            <a:ext cx="1914384" cy="725805"/>
          </a:xfrm>
          <a:custGeom>
            <a:avLst/>
            <a:gdLst/>
            <a:ahLst/>
            <a:cxnLst/>
            <a:rect l="0" t="0" r="0" b="0"/>
            <a:pathLst>
              <a:path w="1914384" h="725805">
                <a:moveTo>
                  <a:pt x="3974" y="14707"/>
                </a:moveTo>
                <a:lnTo>
                  <a:pt x="475806" y="14670"/>
                </a:lnTo>
                <a:lnTo>
                  <a:pt x="966094" y="13568"/>
                </a:lnTo>
                <a:lnTo>
                  <a:pt x="1441829" y="0"/>
                </a:lnTo>
                <a:lnTo>
                  <a:pt x="1914383" y="14548"/>
                </a:lnTo>
                <a:lnTo>
                  <a:pt x="1904921" y="725804"/>
                </a:lnTo>
                <a:lnTo>
                  <a:pt x="1442864" y="710244"/>
                </a:lnTo>
                <a:lnTo>
                  <a:pt x="967829" y="710169"/>
                </a:lnTo>
                <a:lnTo>
                  <a:pt x="488814" y="720969"/>
                </a:lnTo>
                <a:lnTo>
                  <a:pt x="0" y="718060"/>
                </a:lnTo>
                <a:lnTo>
                  <a:pt x="8655" y="8908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EAC248-EB77-7642-E94C-0E344E5D9A55}"/>
              </a:ext>
            </a:extLst>
          </p:cNvPr>
          <p:cNvSpPr txBox="1"/>
          <p:nvPr/>
        </p:nvSpPr>
        <p:spPr>
          <a:xfrm>
            <a:off x="558800" y="43434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Bahnschrift" panose="020B0502040204020203" pitchFamily="34" charset="0"/>
              </a:rPr>
              <a:t>Province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BF5FC6-EFE8-A98B-B9F7-DBE1FD9F8F37}"/>
              </a:ext>
            </a:extLst>
          </p:cNvPr>
          <p:cNvSpPr txBox="1"/>
          <p:nvPr/>
        </p:nvSpPr>
        <p:spPr>
          <a:xfrm>
            <a:off x="558800" y="46228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8C8C8C"/>
                </a:solidFill>
                <a:latin typeface="Ink Free" panose="03080402000500000000" pitchFamily="66" charset="0"/>
              </a:rPr>
              <a:t>owns the shelters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E062C56-92B1-E844-C54F-6525D3FBA081}"/>
              </a:ext>
            </a:extLst>
          </p:cNvPr>
          <p:cNvSpPr/>
          <p:nvPr/>
        </p:nvSpPr>
        <p:spPr>
          <a:xfrm>
            <a:off x="2360749" y="2747147"/>
            <a:ext cx="1242982" cy="1877962"/>
          </a:xfrm>
          <a:custGeom>
            <a:avLst/>
            <a:gdLst/>
            <a:ahLst/>
            <a:cxnLst/>
            <a:rect l="0" t="0" r="0" b="0"/>
            <a:pathLst>
              <a:path w="1242982" h="1877962">
                <a:moveTo>
                  <a:pt x="0" y="1877961"/>
                </a:moveTo>
                <a:lnTo>
                  <a:pt x="310974" y="1410207"/>
                </a:lnTo>
                <a:lnTo>
                  <a:pt x="621940" y="930098"/>
                </a:lnTo>
                <a:lnTo>
                  <a:pt x="930535" y="463831"/>
                </a:lnTo>
                <a:lnTo>
                  <a:pt x="1242981" y="0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6BE3791-841D-F6CF-7226-17304DFB3923}"/>
              </a:ext>
            </a:extLst>
          </p:cNvPr>
          <p:cNvSpPr/>
          <p:nvPr/>
        </p:nvSpPr>
        <p:spPr>
          <a:xfrm>
            <a:off x="457200" y="5257800"/>
            <a:ext cx="1905000" cy="711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AF7FA58-AB87-B08D-0127-6E25092FE3A0}"/>
              </a:ext>
            </a:extLst>
          </p:cNvPr>
          <p:cNvSpPr/>
          <p:nvPr/>
        </p:nvSpPr>
        <p:spPr>
          <a:xfrm>
            <a:off x="452932" y="5249264"/>
            <a:ext cx="1908836" cy="728021"/>
          </a:xfrm>
          <a:custGeom>
            <a:avLst/>
            <a:gdLst/>
            <a:ahLst/>
            <a:cxnLst/>
            <a:rect l="0" t="0" r="0" b="0"/>
            <a:pathLst>
              <a:path w="1908836" h="728021">
                <a:moveTo>
                  <a:pt x="0" y="4785"/>
                </a:moveTo>
                <a:lnTo>
                  <a:pt x="478650" y="1003"/>
                </a:lnTo>
                <a:lnTo>
                  <a:pt x="948368" y="10669"/>
                </a:lnTo>
                <a:lnTo>
                  <a:pt x="1434844" y="16022"/>
                </a:lnTo>
                <a:lnTo>
                  <a:pt x="1908835" y="0"/>
                </a:lnTo>
                <a:lnTo>
                  <a:pt x="1904444" y="715098"/>
                </a:lnTo>
                <a:lnTo>
                  <a:pt x="1434190" y="723549"/>
                </a:lnTo>
                <a:lnTo>
                  <a:pt x="963505" y="728020"/>
                </a:lnTo>
                <a:lnTo>
                  <a:pt x="472919" y="718740"/>
                </a:lnTo>
                <a:lnTo>
                  <a:pt x="4563" y="726379"/>
                </a:lnTo>
                <a:lnTo>
                  <a:pt x="9933" y="9529"/>
                </a:lnTo>
              </a:path>
            </a:pathLst>
          </a:custGeom>
          <a:ln w="1651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670DE0-5C08-5C83-2C0C-FE4D59E60C10}"/>
              </a:ext>
            </a:extLst>
          </p:cNvPr>
          <p:cNvSpPr txBox="1"/>
          <p:nvPr/>
        </p:nvSpPr>
        <p:spPr>
          <a:xfrm>
            <a:off x="558800" y="53340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Bahnschrift" panose="020B0502040204020203" pitchFamily="34" charset="0"/>
              </a:rPr>
              <a:t>Councillor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59BBF8-8C6F-D8C0-3947-A933D9805FD0}"/>
              </a:ext>
            </a:extLst>
          </p:cNvPr>
          <p:cNvSpPr txBox="1"/>
          <p:nvPr/>
        </p:nvSpPr>
        <p:spPr>
          <a:xfrm>
            <a:off x="558800" y="56134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8C8C8C"/>
                </a:solidFill>
                <a:latin typeface="Ink Free" panose="03080402000500000000" pitchFamily="66" charset="0"/>
              </a:rPr>
              <a:t>sent families back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E572012-8C54-62A5-D49E-176523312473}"/>
              </a:ext>
            </a:extLst>
          </p:cNvPr>
          <p:cNvSpPr/>
          <p:nvPr/>
        </p:nvSpPr>
        <p:spPr>
          <a:xfrm>
            <a:off x="2365172" y="2795015"/>
            <a:ext cx="1246154" cy="2820961"/>
          </a:xfrm>
          <a:custGeom>
            <a:avLst/>
            <a:gdLst/>
            <a:ahLst/>
            <a:cxnLst/>
            <a:rect l="0" t="0" r="0" b="0"/>
            <a:pathLst>
              <a:path w="1246154" h="2820961">
                <a:moveTo>
                  <a:pt x="0" y="2820960"/>
                </a:moveTo>
                <a:lnTo>
                  <a:pt x="205345" y="2346814"/>
                </a:lnTo>
                <a:lnTo>
                  <a:pt x="413987" y="1884795"/>
                </a:lnTo>
                <a:lnTo>
                  <a:pt x="621875" y="1412036"/>
                </a:lnTo>
                <a:lnTo>
                  <a:pt x="823231" y="935863"/>
                </a:lnTo>
                <a:lnTo>
                  <a:pt x="1040817" y="465836"/>
                </a:lnTo>
                <a:lnTo>
                  <a:pt x="1246153" y="0"/>
                </a:lnTo>
              </a:path>
            </a:pathLst>
          </a:custGeom>
          <a:ln w="12700">
            <a:solidFill>
              <a:srgbClr val="D031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6D49B7-2EC0-5545-A8A7-AA31755D0F32}"/>
              </a:ext>
            </a:extLst>
          </p:cNvPr>
          <p:cNvSpPr txBox="1"/>
          <p:nvPr/>
        </p:nvSpPr>
        <p:spPr>
          <a:xfrm>
            <a:off x="8255000" y="38100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8C8C8C"/>
                </a:solidFill>
                <a:latin typeface="Ink Free" panose="03080402000500000000" pitchFamily="66" charset="0"/>
              </a:rPr>
              <a:t>Why are people living in dangerous places?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CBC967B-F101-B91F-1CED-E960EC84DA1F}"/>
              </a:ext>
            </a:extLst>
          </p:cNvPr>
          <p:cNvSpPr/>
          <p:nvPr/>
        </p:nvSpPr>
        <p:spPr>
          <a:xfrm>
            <a:off x="8230528" y="3873895"/>
            <a:ext cx="3354884" cy="52698"/>
          </a:xfrm>
          <a:custGeom>
            <a:avLst/>
            <a:gdLst/>
            <a:ahLst/>
            <a:cxnLst/>
            <a:rect l="0" t="0" r="0" b="0"/>
            <a:pathLst>
              <a:path w="3354884" h="52698">
                <a:moveTo>
                  <a:pt x="0" y="52697"/>
                </a:moveTo>
                <a:lnTo>
                  <a:pt x="474927" y="41001"/>
                </a:lnTo>
                <a:lnTo>
                  <a:pt x="954104" y="33694"/>
                </a:lnTo>
                <a:lnTo>
                  <a:pt x="1432843" y="28900"/>
                </a:lnTo>
                <a:lnTo>
                  <a:pt x="1914115" y="19132"/>
                </a:lnTo>
                <a:lnTo>
                  <a:pt x="2391490" y="14801"/>
                </a:lnTo>
                <a:lnTo>
                  <a:pt x="2875896" y="5538"/>
                </a:lnTo>
                <a:lnTo>
                  <a:pt x="3354883" y="0"/>
                </a:lnTo>
              </a:path>
            </a:pathLst>
          </a:custGeom>
          <a:ln w="2540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8754F4-9C07-4398-145F-FB2A5AD9A29D}"/>
              </a:ext>
            </a:extLst>
          </p:cNvPr>
          <p:cNvSpPr txBox="1"/>
          <p:nvPr/>
        </p:nvSpPr>
        <p:spPr>
          <a:xfrm>
            <a:off x="8255000" y="4191000"/>
            <a:ext cx="3429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D0312D"/>
                </a:solidFill>
                <a:latin typeface="Ink Free" panose="03080402000500000000" pitchFamily="66" charset="0"/>
              </a:rPr>
              <a:t>Who owns the decision that determines where they live?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F3D699-64D0-290C-D0DE-F76A8B356FF4}"/>
              </a:ext>
            </a:extLst>
          </p:cNvPr>
          <p:cNvSpPr txBox="1"/>
          <p:nvPr/>
        </p:nvSpPr>
        <p:spPr>
          <a:xfrm>
            <a:off x="8255000" y="5080000"/>
            <a:ext cx="3429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South Africa has the information. The institutions that possess it do not control the decisions that determine exposure.</a:t>
            </a:r>
          </a:p>
        </p:txBody>
      </p:sp>
    </p:spTree>
    <p:extLst>
      <p:ext uri="{BB962C8B-B14F-4D97-AF65-F5344CB8AC3E}">
        <p14:creationId xmlns:p14="http://schemas.microsoft.com/office/powerpoint/2010/main" val="359680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79A23-3FE5-7F90-D55C-78BDEABEA2A6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04 · PROTOTYPE DATA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AD029-A98D-CFAD-62D5-974D9EBAE456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What are we actually building?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F752A-AEFB-0833-F979-C955E26BCE56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806EA-F245-259C-57C6-3B6176BB4210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81D71-2C38-1F61-34E8-E04B5257DA1F}"/>
              </a:ext>
            </a:extLst>
          </p:cNvPr>
          <p:cNvSpPr txBox="1"/>
          <p:nvPr/>
        </p:nvSpPr>
        <p:spPr>
          <a:xfrm>
            <a:off x="457200" y="1117600"/>
            <a:ext cx="1117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22222"/>
                </a:solidFill>
                <a:latin typeface="Segoe UI" panose="020B0502040204020203" pitchFamily="34" charset="0"/>
              </a:rPr>
              <a:t>An interactive scroll story that moves between: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962903-B0E0-01D2-B447-CCE3F664D2DE}"/>
              </a:ext>
            </a:extLst>
          </p:cNvPr>
          <p:cNvSpPr/>
          <p:nvPr/>
        </p:nvSpPr>
        <p:spPr>
          <a:xfrm>
            <a:off x="711200" y="1981200"/>
            <a:ext cx="1117600" cy="1117600"/>
          </a:xfrm>
          <a:prstGeom prst="ellipse">
            <a:avLst/>
          </a:prstGeom>
          <a:noFill/>
          <a:ln w="22860" cap="flat" cmpd="sng" algn="ctr">
            <a:solidFill>
              <a:srgbClr val="22222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478AD-2E93-841F-DB21-46F6D4564ABE}"/>
              </a:ext>
            </a:extLst>
          </p:cNvPr>
          <p:cNvSpPr txBox="1"/>
          <p:nvPr/>
        </p:nvSpPr>
        <p:spPr>
          <a:xfrm>
            <a:off x="508000" y="2362200"/>
            <a:ext cx="152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222222"/>
                </a:solidFill>
                <a:latin typeface="Bahnschrift" panose="020B0502040204020203" pitchFamily="34" charset="0"/>
              </a:rPr>
              <a:t>Geography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756CF-5652-2F79-8C57-74187828DADF}"/>
              </a:ext>
            </a:extLst>
          </p:cNvPr>
          <p:cNvSpPr txBox="1"/>
          <p:nvPr/>
        </p:nvSpPr>
        <p:spPr>
          <a:xfrm>
            <a:off x="508000" y="3200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frames 1-2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3D92A6E-2388-15DF-B0A7-1F0CD517D8E5}"/>
              </a:ext>
            </a:extLst>
          </p:cNvPr>
          <p:cNvSpPr/>
          <p:nvPr/>
        </p:nvSpPr>
        <p:spPr>
          <a:xfrm>
            <a:off x="1882011" y="2537597"/>
            <a:ext cx="712540" cy="3959"/>
          </a:xfrm>
          <a:custGeom>
            <a:avLst/>
            <a:gdLst/>
            <a:ahLst/>
            <a:cxnLst/>
            <a:rect l="0" t="0" r="0" b="0"/>
            <a:pathLst>
              <a:path w="712540" h="3959">
                <a:moveTo>
                  <a:pt x="0" y="0"/>
                </a:moveTo>
                <a:lnTo>
                  <a:pt x="712539" y="3958"/>
                </a:lnTo>
              </a:path>
            </a:pathLst>
          </a:custGeom>
          <a:ln w="16510">
            <a:solidFill>
              <a:srgbClr val="8C8C8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53C862-4974-B611-472A-D40E4A4E842B}"/>
              </a:ext>
            </a:extLst>
          </p:cNvPr>
          <p:cNvSpPr/>
          <p:nvPr/>
        </p:nvSpPr>
        <p:spPr>
          <a:xfrm>
            <a:off x="2641600" y="1981200"/>
            <a:ext cx="1117600" cy="1117600"/>
          </a:xfrm>
          <a:prstGeom prst="ellipse">
            <a:avLst/>
          </a:prstGeom>
          <a:noFill/>
          <a:ln w="22860" cap="flat" cmpd="sng" algn="ctr">
            <a:solidFill>
              <a:srgbClr val="22222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3CCBAB-349E-54E0-44D7-CC7D0D7A086B}"/>
              </a:ext>
            </a:extLst>
          </p:cNvPr>
          <p:cNvSpPr txBox="1"/>
          <p:nvPr/>
        </p:nvSpPr>
        <p:spPr>
          <a:xfrm>
            <a:off x="2438400" y="2362200"/>
            <a:ext cx="152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222222"/>
                </a:solidFill>
                <a:latin typeface="Bahnschrift" panose="020B0502040204020203" pitchFamily="34" charset="0"/>
              </a:rPr>
              <a:t>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29178-C76A-0803-A0BC-5BDF746DA129}"/>
              </a:ext>
            </a:extLst>
          </p:cNvPr>
          <p:cNvSpPr txBox="1"/>
          <p:nvPr/>
        </p:nvSpPr>
        <p:spPr>
          <a:xfrm>
            <a:off x="2438400" y="3200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frames 2-3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0EA1FC-C99E-3436-2F82-B1FC2B883756}"/>
              </a:ext>
            </a:extLst>
          </p:cNvPr>
          <p:cNvSpPr/>
          <p:nvPr/>
        </p:nvSpPr>
        <p:spPr>
          <a:xfrm>
            <a:off x="3810419" y="2541212"/>
            <a:ext cx="711087" cy="253"/>
          </a:xfrm>
          <a:custGeom>
            <a:avLst/>
            <a:gdLst/>
            <a:ahLst/>
            <a:cxnLst/>
            <a:rect l="0" t="0" r="0" b="0"/>
            <a:pathLst>
              <a:path w="711087" h="253">
                <a:moveTo>
                  <a:pt x="0" y="252"/>
                </a:moveTo>
                <a:lnTo>
                  <a:pt x="711086" y="0"/>
                </a:lnTo>
              </a:path>
            </a:pathLst>
          </a:custGeom>
          <a:ln w="16510">
            <a:solidFill>
              <a:srgbClr val="8C8C8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D6D6E0-CC13-8138-EFD3-74931CDEAB21}"/>
              </a:ext>
            </a:extLst>
          </p:cNvPr>
          <p:cNvSpPr/>
          <p:nvPr/>
        </p:nvSpPr>
        <p:spPr>
          <a:xfrm>
            <a:off x="4572000" y="1981200"/>
            <a:ext cx="1117600" cy="1117600"/>
          </a:xfrm>
          <a:prstGeom prst="ellipse">
            <a:avLst/>
          </a:prstGeom>
          <a:noFill/>
          <a:ln w="22860" cap="flat" cmpd="sng" algn="ctr">
            <a:solidFill>
              <a:srgbClr val="22222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402ECB-954C-4D5F-EA53-E63D7FC7EC56}"/>
              </a:ext>
            </a:extLst>
          </p:cNvPr>
          <p:cNvSpPr txBox="1"/>
          <p:nvPr/>
        </p:nvSpPr>
        <p:spPr>
          <a:xfrm>
            <a:off x="4368800" y="2362200"/>
            <a:ext cx="152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222222"/>
                </a:solidFill>
                <a:latin typeface="Bahnschrift" panose="020B0502040204020203" pitchFamily="34" charset="0"/>
              </a:rPr>
              <a:t>People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190D3-3F05-8599-40FB-78BE04A927C1}"/>
              </a:ext>
            </a:extLst>
          </p:cNvPr>
          <p:cNvSpPr txBox="1"/>
          <p:nvPr/>
        </p:nvSpPr>
        <p:spPr>
          <a:xfrm>
            <a:off x="4368800" y="3200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frame 3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FDF4EE4-AE62-CF02-2FC5-ADD0A94BB209}"/>
              </a:ext>
            </a:extLst>
          </p:cNvPr>
          <p:cNvSpPr/>
          <p:nvPr/>
        </p:nvSpPr>
        <p:spPr>
          <a:xfrm>
            <a:off x="5736756" y="2540867"/>
            <a:ext cx="713477" cy="748"/>
          </a:xfrm>
          <a:custGeom>
            <a:avLst/>
            <a:gdLst/>
            <a:ahLst/>
            <a:cxnLst/>
            <a:rect l="0" t="0" r="0" b="0"/>
            <a:pathLst>
              <a:path w="713477" h="748">
                <a:moveTo>
                  <a:pt x="0" y="0"/>
                </a:moveTo>
                <a:lnTo>
                  <a:pt x="713476" y="747"/>
                </a:lnTo>
              </a:path>
            </a:pathLst>
          </a:custGeom>
          <a:ln w="16510">
            <a:solidFill>
              <a:srgbClr val="8C8C8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664170-ED28-67C7-341A-B6C7CF727ABE}"/>
              </a:ext>
            </a:extLst>
          </p:cNvPr>
          <p:cNvSpPr/>
          <p:nvPr/>
        </p:nvSpPr>
        <p:spPr>
          <a:xfrm>
            <a:off x="6502400" y="1981200"/>
            <a:ext cx="1117600" cy="1117600"/>
          </a:xfrm>
          <a:prstGeom prst="ellipse">
            <a:avLst/>
          </a:prstGeom>
          <a:noFill/>
          <a:ln w="22860" cap="flat" cmpd="sng" algn="ctr">
            <a:solidFill>
              <a:srgbClr val="22222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0626F-830D-32E8-BB09-EFF30E6D5FF6}"/>
              </a:ext>
            </a:extLst>
          </p:cNvPr>
          <p:cNvSpPr txBox="1"/>
          <p:nvPr/>
        </p:nvSpPr>
        <p:spPr>
          <a:xfrm>
            <a:off x="6299200" y="2362200"/>
            <a:ext cx="152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222222"/>
                </a:solidFill>
                <a:latin typeface="Bahnschrift" panose="020B0502040204020203" pitchFamily="34" charset="0"/>
              </a:rPr>
              <a:t>Institutions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3CAF3C-3F05-58D0-241E-31ED3C4D7BA3}"/>
              </a:ext>
            </a:extLst>
          </p:cNvPr>
          <p:cNvSpPr txBox="1"/>
          <p:nvPr/>
        </p:nvSpPr>
        <p:spPr>
          <a:xfrm>
            <a:off x="6299200" y="3200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frame 4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DFC1AE0-6EDB-CC13-457A-E0EC4B06E708}"/>
              </a:ext>
            </a:extLst>
          </p:cNvPr>
          <p:cNvSpPr/>
          <p:nvPr/>
        </p:nvSpPr>
        <p:spPr>
          <a:xfrm>
            <a:off x="7674086" y="2538522"/>
            <a:ext cx="707034" cy="4975"/>
          </a:xfrm>
          <a:custGeom>
            <a:avLst/>
            <a:gdLst/>
            <a:ahLst/>
            <a:cxnLst/>
            <a:rect l="0" t="0" r="0" b="0"/>
            <a:pathLst>
              <a:path w="707034" h="4975">
                <a:moveTo>
                  <a:pt x="0" y="4974"/>
                </a:moveTo>
                <a:lnTo>
                  <a:pt x="707033" y="0"/>
                </a:lnTo>
              </a:path>
            </a:pathLst>
          </a:custGeom>
          <a:ln w="16510">
            <a:solidFill>
              <a:srgbClr val="8C8C8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F698AA-7A8F-7B9D-EFF6-ED7DD4AE96E2}"/>
              </a:ext>
            </a:extLst>
          </p:cNvPr>
          <p:cNvSpPr/>
          <p:nvPr/>
        </p:nvSpPr>
        <p:spPr>
          <a:xfrm>
            <a:off x="8432800" y="1981200"/>
            <a:ext cx="1117600" cy="1117600"/>
          </a:xfrm>
          <a:prstGeom prst="ellipse">
            <a:avLst/>
          </a:prstGeom>
          <a:noFill/>
          <a:ln w="22860" cap="flat" cmpd="sng" algn="ctr">
            <a:solidFill>
              <a:srgbClr val="22222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31B420-509B-5B41-B65B-926B3DE17727}"/>
              </a:ext>
            </a:extLst>
          </p:cNvPr>
          <p:cNvSpPr txBox="1"/>
          <p:nvPr/>
        </p:nvSpPr>
        <p:spPr>
          <a:xfrm>
            <a:off x="8229600" y="2362200"/>
            <a:ext cx="152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222222"/>
                </a:solidFill>
                <a:latin typeface="Bahnschrift" panose="020B0502040204020203" pitchFamily="34" charset="0"/>
              </a:rPr>
              <a:t>Comparison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0CB233-6494-7642-9589-B5EF4545DBA3}"/>
              </a:ext>
            </a:extLst>
          </p:cNvPr>
          <p:cNvSpPr txBox="1"/>
          <p:nvPr/>
        </p:nvSpPr>
        <p:spPr>
          <a:xfrm>
            <a:off x="8229600" y="3200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frames 5-6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9F66A5D-EDF6-40FB-CD7B-0A3432EB4487}"/>
              </a:ext>
            </a:extLst>
          </p:cNvPr>
          <p:cNvSpPr/>
          <p:nvPr/>
        </p:nvSpPr>
        <p:spPr>
          <a:xfrm>
            <a:off x="9597833" y="2537803"/>
            <a:ext cx="713194" cy="667"/>
          </a:xfrm>
          <a:custGeom>
            <a:avLst/>
            <a:gdLst/>
            <a:ahLst/>
            <a:cxnLst/>
            <a:rect l="0" t="0" r="0" b="0"/>
            <a:pathLst>
              <a:path w="713194" h="667">
                <a:moveTo>
                  <a:pt x="0" y="666"/>
                </a:moveTo>
                <a:lnTo>
                  <a:pt x="713193" y="0"/>
                </a:lnTo>
              </a:path>
            </a:pathLst>
          </a:custGeom>
          <a:ln w="16510">
            <a:solidFill>
              <a:srgbClr val="8C8C8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030BF9B-0D42-A27F-32FB-D43FA028D547}"/>
              </a:ext>
            </a:extLst>
          </p:cNvPr>
          <p:cNvSpPr/>
          <p:nvPr/>
        </p:nvSpPr>
        <p:spPr>
          <a:xfrm>
            <a:off x="10363200" y="1981200"/>
            <a:ext cx="1117600" cy="1117600"/>
          </a:xfrm>
          <a:prstGeom prst="ellipse">
            <a:avLst/>
          </a:prstGeom>
          <a:noFill/>
          <a:ln w="22860" cap="flat" cmpd="sng" algn="ctr">
            <a:solidFill>
              <a:srgbClr val="D0312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829FCD-5B3C-60A7-F7FC-49CB32837041}"/>
              </a:ext>
            </a:extLst>
          </p:cNvPr>
          <p:cNvSpPr txBox="1"/>
          <p:nvPr/>
        </p:nvSpPr>
        <p:spPr>
          <a:xfrm>
            <a:off x="10160000" y="2362200"/>
            <a:ext cx="152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D0312D"/>
                </a:solidFill>
                <a:latin typeface="Bahnschrift" panose="020B0502040204020203" pitchFamily="34" charset="0"/>
              </a:rPr>
              <a:t>Systemic reveal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1DF0A5-999D-DD5C-FD9A-112D53A6E682}"/>
              </a:ext>
            </a:extLst>
          </p:cNvPr>
          <p:cNvSpPr txBox="1"/>
          <p:nvPr/>
        </p:nvSpPr>
        <p:spPr>
          <a:xfrm>
            <a:off x="10160000" y="3200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8C8C8C"/>
                </a:solidFill>
                <a:latin typeface="Ink Free" panose="03080402000500000000" pitchFamily="66" charset="0"/>
              </a:rPr>
              <a:t>frame 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79F65B-A0D3-EE86-016C-C3103FE0F03C}"/>
              </a:ext>
            </a:extLst>
          </p:cNvPr>
          <p:cNvSpPr/>
          <p:nvPr/>
        </p:nvSpPr>
        <p:spPr>
          <a:xfrm>
            <a:off x="457200" y="3810000"/>
            <a:ext cx="11176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EC05AFF-4A30-C3FA-4BDE-6F8EC10DB36C}"/>
              </a:ext>
            </a:extLst>
          </p:cNvPr>
          <p:cNvSpPr/>
          <p:nvPr/>
        </p:nvSpPr>
        <p:spPr>
          <a:xfrm>
            <a:off x="454651" y="3804525"/>
            <a:ext cx="11184481" cy="1915985"/>
          </a:xfrm>
          <a:custGeom>
            <a:avLst/>
            <a:gdLst/>
            <a:ahLst/>
            <a:cxnLst/>
            <a:rect l="0" t="0" r="0" b="0"/>
            <a:pathLst>
              <a:path w="11184481" h="1915985">
                <a:moveTo>
                  <a:pt x="1387" y="2893"/>
                </a:moveTo>
                <a:lnTo>
                  <a:pt x="1405452" y="8401"/>
                </a:lnTo>
                <a:lnTo>
                  <a:pt x="2797452" y="0"/>
                </a:lnTo>
                <a:lnTo>
                  <a:pt x="4190625" y="3513"/>
                </a:lnTo>
                <a:lnTo>
                  <a:pt x="5586150" y="14200"/>
                </a:lnTo>
                <a:lnTo>
                  <a:pt x="6978964" y="2080"/>
                </a:lnTo>
                <a:lnTo>
                  <a:pt x="8389698" y="5944"/>
                </a:lnTo>
                <a:lnTo>
                  <a:pt x="9780724" y="8500"/>
                </a:lnTo>
                <a:lnTo>
                  <a:pt x="11174421" y="13516"/>
                </a:lnTo>
                <a:lnTo>
                  <a:pt x="11170101" y="489797"/>
                </a:lnTo>
                <a:lnTo>
                  <a:pt x="11175365" y="955312"/>
                </a:lnTo>
                <a:lnTo>
                  <a:pt x="11172148" y="1432942"/>
                </a:lnTo>
                <a:lnTo>
                  <a:pt x="11184480" y="1906799"/>
                </a:lnTo>
                <a:lnTo>
                  <a:pt x="9783518" y="1908848"/>
                </a:lnTo>
                <a:lnTo>
                  <a:pt x="8389212" y="1915984"/>
                </a:lnTo>
                <a:lnTo>
                  <a:pt x="6988425" y="1913547"/>
                </a:lnTo>
                <a:lnTo>
                  <a:pt x="5598936" y="1915144"/>
                </a:lnTo>
                <a:lnTo>
                  <a:pt x="4186929" y="1909792"/>
                </a:lnTo>
                <a:lnTo>
                  <a:pt x="2793930" y="1907409"/>
                </a:lnTo>
                <a:lnTo>
                  <a:pt x="1393384" y="1908038"/>
                </a:lnTo>
                <a:lnTo>
                  <a:pt x="0" y="1904259"/>
                </a:lnTo>
                <a:lnTo>
                  <a:pt x="886" y="1425889"/>
                </a:lnTo>
                <a:lnTo>
                  <a:pt x="4266" y="949288"/>
                </a:lnTo>
                <a:lnTo>
                  <a:pt x="10056" y="480033"/>
                </a:lnTo>
                <a:lnTo>
                  <a:pt x="2641" y="9284"/>
                </a:lnTo>
              </a:path>
            </a:pathLst>
          </a:custGeom>
          <a:ln w="19050">
            <a:solidFill>
              <a:srgbClr val="D0312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BECD35-27B3-818E-1F89-131277A9D736}"/>
              </a:ext>
            </a:extLst>
          </p:cNvPr>
          <p:cNvSpPr txBox="1"/>
          <p:nvPr/>
        </p:nvSpPr>
        <p:spPr>
          <a:xfrm>
            <a:off x="711200" y="3987800"/>
            <a:ext cx="1066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0312D"/>
                </a:solidFill>
                <a:latin typeface="Consolas" panose="020B0609020204030204" pitchFamily="49" charset="0"/>
              </a:rPr>
              <a:t>HIGH-FIDELITY FIRST PROTOTYPE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DB0156-7D7B-D577-FE35-2E14BDBCA1BD}"/>
              </a:ext>
            </a:extLst>
          </p:cNvPr>
          <p:cNvSpPr txBox="1"/>
          <p:nvPr/>
        </p:nvSpPr>
        <p:spPr>
          <a:xfrm>
            <a:off x="711200" y="4241800"/>
            <a:ext cx="1066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222222"/>
                </a:solidFill>
                <a:latin typeface="Bahnschrift" panose="020B0502040204020203" pitchFamily="34" charset="0"/>
              </a:rPr>
              <a:t>Frame 2: the eThekwini map with relocation sites and floodline data.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E29565-E3E6-4D14-A7AB-3E74BBAFC1C0}"/>
              </a:ext>
            </a:extLst>
          </p:cNvPr>
          <p:cNvSpPr txBox="1"/>
          <p:nvPr/>
        </p:nvSpPr>
        <p:spPr>
          <a:xfrm>
            <a:off x="711200" y="4775200"/>
            <a:ext cx="1066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Segoe UI" panose="020B0502040204020203" pitchFamily="34" charset="0"/>
              </a:rPr>
              <a:t>Why this frame first: it uses our actual dataset (84 sites, the city floodplain, 300 random comparison points) and it establishes the visual language of the whole project: map, points, layers.</a:t>
            </a:r>
          </a:p>
        </p:txBody>
      </p:sp>
    </p:spTree>
    <p:extLst>
      <p:ext uri="{BB962C8B-B14F-4D97-AF65-F5344CB8AC3E}">
        <p14:creationId xmlns:p14="http://schemas.microsoft.com/office/powerpoint/2010/main" val="978860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E59F1-A90E-CF07-D417-3C15E828786D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04 · PROTOTYPE · HIGH-FIDELITY FRAME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14DEB-C5FF-F911-1D15-451448AB856A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Are these places actually safer?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26F43-AF43-CFA2-E08A-C07B08935E09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39190-71BE-95B1-4E81-6AD86DCED7EE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C1B1F6-F5C5-C4FD-1B8B-D270ABDE4EF7}"/>
              </a:ext>
            </a:extLst>
          </p:cNvPr>
          <p:cNvSpPr/>
          <p:nvPr/>
        </p:nvSpPr>
        <p:spPr>
          <a:xfrm>
            <a:off x="508000" y="1117600"/>
            <a:ext cx="3576661" cy="546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atellite water (JRC GSW)">
            <a:extLst>
              <a:ext uri="{FF2B5EF4-FFF2-40B4-BE49-F238E27FC236}">
                <a16:creationId xmlns:a16="http://schemas.microsoft.com/office/drawing/2014/main" id="{E7E92658-9C24-FF16-60E0-19AB9F2E3E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17600"/>
            <a:ext cx="3576661" cy="546100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A70515-C0E1-2C1D-80B9-C89E9CEF3C3B}"/>
              </a:ext>
            </a:extLst>
          </p:cNvPr>
          <p:cNvSpPr/>
          <p:nvPr/>
        </p:nvSpPr>
        <p:spPr>
          <a:xfrm>
            <a:off x="1691875" y="3711884"/>
            <a:ext cx="498766" cy="258830"/>
          </a:xfrm>
          <a:custGeom>
            <a:avLst/>
            <a:gdLst/>
            <a:ahLst/>
            <a:cxnLst/>
            <a:rect l="0" t="0" r="0" b="0"/>
            <a:pathLst>
              <a:path w="498766" h="258830">
                <a:moveTo>
                  <a:pt x="452805" y="36986"/>
                </a:moveTo>
                <a:lnTo>
                  <a:pt x="447351" y="74489"/>
                </a:lnTo>
                <a:lnTo>
                  <a:pt x="438856" y="130643"/>
                </a:lnTo>
                <a:lnTo>
                  <a:pt x="425444" y="159699"/>
                </a:lnTo>
                <a:lnTo>
                  <a:pt x="400944" y="190200"/>
                </a:lnTo>
                <a:lnTo>
                  <a:pt x="382792" y="195455"/>
                </a:lnTo>
                <a:lnTo>
                  <a:pt x="369737" y="211633"/>
                </a:lnTo>
                <a:lnTo>
                  <a:pt x="353553" y="231521"/>
                </a:lnTo>
                <a:lnTo>
                  <a:pt x="326728" y="235540"/>
                </a:lnTo>
                <a:lnTo>
                  <a:pt x="286490" y="258829"/>
                </a:lnTo>
                <a:lnTo>
                  <a:pt x="240262" y="238528"/>
                </a:lnTo>
                <a:lnTo>
                  <a:pt x="172216" y="217300"/>
                </a:lnTo>
                <a:lnTo>
                  <a:pt x="126345" y="237910"/>
                </a:lnTo>
                <a:lnTo>
                  <a:pt x="165778" y="216785"/>
                </a:lnTo>
                <a:lnTo>
                  <a:pt x="166583" y="214518"/>
                </a:lnTo>
                <a:lnTo>
                  <a:pt x="185182" y="193600"/>
                </a:lnTo>
                <a:lnTo>
                  <a:pt x="183661" y="165161"/>
                </a:lnTo>
                <a:lnTo>
                  <a:pt x="123842" y="134455"/>
                </a:lnTo>
                <a:lnTo>
                  <a:pt x="43993" y="145892"/>
                </a:lnTo>
                <a:lnTo>
                  <a:pt x="39433" y="116321"/>
                </a:lnTo>
                <a:lnTo>
                  <a:pt x="0" y="59859"/>
                </a:lnTo>
                <a:lnTo>
                  <a:pt x="36214" y="103647"/>
                </a:lnTo>
                <a:lnTo>
                  <a:pt x="54991" y="145377"/>
                </a:lnTo>
                <a:lnTo>
                  <a:pt x="148521" y="134249"/>
                </a:lnTo>
                <a:lnTo>
                  <a:pt x="173826" y="138164"/>
                </a:lnTo>
                <a:lnTo>
                  <a:pt x="180889" y="179071"/>
                </a:lnTo>
                <a:lnTo>
                  <a:pt x="220948" y="242032"/>
                </a:lnTo>
                <a:lnTo>
                  <a:pt x="268965" y="241001"/>
                </a:lnTo>
                <a:lnTo>
                  <a:pt x="297131" y="229460"/>
                </a:lnTo>
                <a:lnTo>
                  <a:pt x="324761" y="214209"/>
                </a:lnTo>
                <a:lnTo>
                  <a:pt x="368038" y="213488"/>
                </a:lnTo>
                <a:lnTo>
                  <a:pt x="381093" y="192776"/>
                </a:lnTo>
                <a:lnTo>
                  <a:pt x="372777" y="177835"/>
                </a:lnTo>
                <a:lnTo>
                  <a:pt x="343359" y="182162"/>
                </a:lnTo>
                <a:lnTo>
                  <a:pt x="325029" y="152384"/>
                </a:lnTo>
                <a:lnTo>
                  <a:pt x="286401" y="132807"/>
                </a:lnTo>
                <a:lnTo>
                  <a:pt x="326012" y="151457"/>
                </a:lnTo>
                <a:lnTo>
                  <a:pt x="348992" y="184120"/>
                </a:lnTo>
                <a:lnTo>
                  <a:pt x="370900" y="176392"/>
                </a:lnTo>
                <a:lnTo>
                  <a:pt x="399066" y="188139"/>
                </a:lnTo>
                <a:lnTo>
                  <a:pt x="422314" y="160833"/>
                </a:lnTo>
                <a:lnTo>
                  <a:pt x="436531" y="129612"/>
                </a:lnTo>
                <a:lnTo>
                  <a:pt x="446367" y="69234"/>
                </a:lnTo>
                <a:lnTo>
                  <a:pt x="469347" y="51307"/>
                </a:lnTo>
                <a:lnTo>
                  <a:pt x="469705" y="22562"/>
                </a:lnTo>
                <a:lnTo>
                  <a:pt x="498765" y="0"/>
                </a:lnTo>
                <a:lnTo>
                  <a:pt x="474712" y="22357"/>
                </a:lnTo>
                <a:lnTo>
                  <a:pt x="452805" y="3698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02ECA60-2C5A-F1F8-7DB0-8DC76A0E2853}"/>
              </a:ext>
            </a:extLst>
          </p:cNvPr>
          <p:cNvSpPr/>
          <p:nvPr/>
        </p:nvSpPr>
        <p:spPr>
          <a:xfrm>
            <a:off x="1083485" y="6182992"/>
            <a:ext cx="854823" cy="395609"/>
          </a:xfrm>
          <a:custGeom>
            <a:avLst/>
            <a:gdLst/>
            <a:ahLst/>
            <a:cxnLst/>
            <a:rect l="0" t="0" r="0" b="0"/>
            <a:pathLst>
              <a:path w="854823" h="395609">
                <a:moveTo>
                  <a:pt x="127776" y="58557"/>
                </a:moveTo>
                <a:lnTo>
                  <a:pt x="129296" y="166798"/>
                </a:lnTo>
                <a:lnTo>
                  <a:pt x="226224" y="172376"/>
                </a:lnTo>
                <a:lnTo>
                  <a:pt x="278443" y="190245"/>
                </a:lnTo>
                <a:lnTo>
                  <a:pt x="383418" y="237966"/>
                </a:lnTo>
                <a:lnTo>
                  <a:pt x="465860" y="238999"/>
                </a:lnTo>
                <a:lnTo>
                  <a:pt x="500375" y="194170"/>
                </a:lnTo>
                <a:lnTo>
                  <a:pt x="546156" y="151718"/>
                </a:lnTo>
                <a:lnTo>
                  <a:pt x="509227" y="184564"/>
                </a:lnTo>
                <a:lnTo>
                  <a:pt x="551074" y="201090"/>
                </a:lnTo>
                <a:lnTo>
                  <a:pt x="586930" y="179193"/>
                </a:lnTo>
                <a:lnTo>
                  <a:pt x="524607" y="240859"/>
                </a:lnTo>
                <a:lnTo>
                  <a:pt x="555008" y="301702"/>
                </a:lnTo>
                <a:lnTo>
                  <a:pt x="620998" y="314305"/>
                </a:lnTo>
                <a:lnTo>
                  <a:pt x="700131" y="337858"/>
                </a:lnTo>
                <a:lnTo>
                  <a:pt x="764511" y="191381"/>
                </a:lnTo>
                <a:lnTo>
                  <a:pt x="752619" y="133126"/>
                </a:lnTo>
                <a:lnTo>
                  <a:pt x="696197" y="120732"/>
                </a:lnTo>
                <a:lnTo>
                  <a:pt x="720786" y="68265"/>
                </a:lnTo>
                <a:lnTo>
                  <a:pt x="758788" y="121455"/>
                </a:lnTo>
                <a:lnTo>
                  <a:pt x="854822" y="45234"/>
                </a:lnTo>
                <a:lnTo>
                  <a:pt x="811634" y="120319"/>
                </a:lnTo>
                <a:lnTo>
                  <a:pt x="794287" y="154403"/>
                </a:lnTo>
                <a:lnTo>
                  <a:pt x="782484" y="221749"/>
                </a:lnTo>
                <a:lnTo>
                  <a:pt x="697717" y="360999"/>
                </a:lnTo>
                <a:lnTo>
                  <a:pt x="673485" y="395608"/>
                </a:lnTo>
                <a:lnTo>
                  <a:pt x="554650" y="316991"/>
                </a:lnTo>
                <a:lnTo>
                  <a:pt x="526216" y="276703"/>
                </a:lnTo>
                <a:lnTo>
                  <a:pt x="490181" y="225468"/>
                </a:lnTo>
                <a:lnTo>
                  <a:pt x="437157" y="253048"/>
                </a:lnTo>
                <a:lnTo>
                  <a:pt x="371078" y="263171"/>
                </a:lnTo>
                <a:lnTo>
                  <a:pt x="263421" y="190141"/>
                </a:lnTo>
                <a:lnTo>
                  <a:pt x="202618" y="211626"/>
                </a:lnTo>
                <a:lnTo>
                  <a:pt x="133230" y="179606"/>
                </a:lnTo>
                <a:lnTo>
                  <a:pt x="68046" y="194066"/>
                </a:lnTo>
                <a:lnTo>
                  <a:pt x="32011" y="205119"/>
                </a:lnTo>
                <a:lnTo>
                  <a:pt x="0" y="215861"/>
                </a:lnTo>
                <a:lnTo>
                  <a:pt x="5991" y="213795"/>
                </a:lnTo>
                <a:lnTo>
                  <a:pt x="67599" y="190761"/>
                </a:lnTo>
                <a:lnTo>
                  <a:pt x="134125" y="125690"/>
                </a:lnTo>
                <a:lnTo>
                  <a:pt x="124468" y="60623"/>
                </a:lnTo>
                <a:lnTo>
                  <a:pt x="81726" y="0"/>
                </a:lnTo>
                <a:lnTo>
                  <a:pt x="101666" y="3346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61D5B-BB3C-E4E2-1665-B6745E980AB1}"/>
              </a:ext>
            </a:extLst>
          </p:cNvPr>
          <p:cNvSpPr/>
          <p:nvPr/>
        </p:nvSpPr>
        <p:spPr>
          <a:xfrm>
            <a:off x="2859208" y="3387925"/>
            <a:ext cx="53382" cy="32856"/>
          </a:xfrm>
          <a:custGeom>
            <a:avLst/>
            <a:gdLst/>
            <a:ahLst/>
            <a:cxnLst/>
            <a:rect l="0" t="0" r="0" b="0"/>
            <a:pathLst>
              <a:path w="53382" h="32856">
                <a:moveTo>
                  <a:pt x="50073" y="0"/>
                </a:moveTo>
                <a:lnTo>
                  <a:pt x="53381" y="3811"/>
                </a:lnTo>
                <a:lnTo>
                  <a:pt x="44887" y="13904"/>
                </a:lnTo>
                <a:lnTo>
                  <a:pt x="18419" y="18538"/>
                </a:lnTo>
                <a:lnTo>
                  <a:pt x="25036" y="28323"/>
                </a:lnTo>
                <a:lnTo>
                  <a:pt x="21907" y="32855"/>
                </a:lnTo>
                <a:lnTo>
                  <a:pt x="3666" y="24718"/>
                </a:lnTo>
                <a:lnTo>
                  <a:pt x="0" y="17200"/>
                </a:lnTo>
                <a:lnTo>
                  <a:pt x="9835" y="7930"/>
                </a:lnTo>
                <a:lnTo>
                  <a:pt x="17704" y="17097"/>
                </a:lnTo>
                <a:lnTo>
                  <a:pt x="33710" y="11638"/>
                </a:lnTo>
                <a:lnTo>
                  <a:pt x="50073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E0ACBE7-102D-384E-99FF-9DE49C6507F6}"/>
              </a:ext>
            </a:extLst>
          </p:cNvPr>
          <p:cNvSpPr/>
          <p:nvPr/>
        </p:nvSpPr>
        <p:spPr>
          <a:xfrm>
            <a:off x="2528366" y="4397736"/>
            <a:ext cx="134484" cy="159704"/>
          </a:xfrm>
          <a:custGeom>
            <a:avLst/>
            <a:gdLst/>
            <a:ahLst/>
            <a:cxnLst/>
            <a:rect l="0" t="0" r="0" b="0"/>
            <a:pathLst>
              <a:path w="134484" h="159704">
                <a:moveTo>
                  <a:pt x="111503" y="6289"/>
                </a:moveTo>
                <a:lnTo>
                  <a:pt x="122859" y="0"/>
                </a:lnTo>
                <a:lnTo>
                  <a:pt x="119640" y="11856"/>
                </a:lnTo>
                <a:lnTo>
                  <a:pt x="134483" y="25877"/>
                </a:lnTo>
                <a:lnTo>
                  <a:pt x="99074" y="11443"/>
                </a:lnTo>
                <a:lnTo>
                  <a:pt x="44977" y="52476"/>
                </a:lnTo>
                <a:lnTo>
                  <a:pt x="34515" y="69074"/>
                </a:lnTo>
                <a:lnTo>
                  <a:pt x="46587" y="86808"/>
                </a:lnTo>
                <a:lnTo>
                  <a:pt x="45156" y="108665"/>
                </a:lnTo>
                <a:lnTo>
                  <a:pt x="13055" y="144031"/>
                </a:lnTo>
                <a:lnTo>
                  <a:pt x="2772" y="144134"/>
                </a:lnTo>
                <a:lnTo>
                  <a:pt x="0" y="159703"/>
                </a:lnTo>
                <a:lnTo>
                  <a:pt x="358" y="142484"/>
                </a:lnTo>
                <a:lnTo>
                  <a:pt x="12787" y="140937"/>
                </a:lnTo>
                <a:lnTo>
                  <a:pt x="42831" y="98767"/>
                </a:lnTo>
                <a:lnTo>
                  <a:pt x="31565" y="64951"/>
                </a:lnTo>
                <a:lnTo>
                  <a:pt x="42831" y="45877"/>
                </a:lnTo>
                <a:lnTo>
                  <a:pt x="58747" y="41857"/>
                </a:lnTo>
                <a:lnTo>
                  <a:pt x="76899" y="21237"/>
                </a:lnTo>
                <a:lnTo>
                  <a:pt x="111503" y="628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36DFFD-B84F-E255-626F-24B277320862}"/>
              </a:ext>
            </a:extLst>
          </p:cNvPr>
          <p:cNvSpPr/>
          <p:nvPr/>
        </p:nvSpPr>
        <p:spPr>
          <a:xfrm>
            <a:off x="508000" y="5412977"/>
            <a:ext cx="488931" cy="418849"/>
          </a:xfrm>
          <a:custGeom>
            <a:avLst/>
            <a:gdLst/>
            <a:ahLst/>
            <a:cxnLst/>
            <a:rect l="0" t="0" r="0" b="0"/>
            <a:pathLst>
              <a:path w="488931" h="418849">
                <a:moveTo>
                  <a:pt x="0" y="0"/>
                </a:moveTo>
                <a:lnTo>
                  <a:pt x="0" y="14240"/>
                </a:lnTo>
                <a:lnTo>
                  <a:pt x="0" y="149023"/>
                </a:lnTo>
                <a:lnTo>
                  <a:pt x="0" y="132097"/>
                </a:lnTo>
                <a:lnTo>
                  <a:pt x="0" y="173071"/>
                </a:lnTo>
                <a:lnTo>
                  <a:pt x="0" y="95768"/>
                </a:lnTo>
                <a:lnTo>
                  <a:pt x="0" y="69555"/>
                </a:lnTo>
                <a:lnTo>
                  <a:pt x="0" y="111042"/>
                </a:lnTo>
                <a:lnTo>
                  <a:pt x="9120" y="273811"/>
                </a:lnTo>
                <a:lnTo>
                  <a:pt x="164526" y="273914"/>
                </a:lnTo>
                <a:lnTo>
                  <a:pt x="155495" y="188656"/>
                </a:lnTo>
                <a:lnTo>
                  <a:pt x="142709" y="98864"/>
                </a:lnTo>
                <a:lnTo>
                  <a:pt x="110877" y="91124"/>
                </a:lnTo>
                <a:lnTo>
                  <a:pt x="157105" y="186179"/>
                </a:lnTo>
                <a:lnTo>
                  <a:pt x="270664" y="243154"/>
                </a:lnTo>
                <a:lnTo>
                  <a:pt x="261365" y="371773"/>
                </a:lnTo>
                <a:lnTo>
                  <a:pt x="350870" y="293423"/>
                </a:lnTo>
                <a:lnTo>
                  <a:pt x="459601" y="238922"/>
                </a:lnTo>
                <a:lnTo>
                  <a:pt x="488930" y="244393"/>
                </a:lnTo>
                <a:lnTo>
                  <a:pt x="315640" y="296313"/>
                </a:lnTo>
                <a:lnTo>
                  <a:pt x="252512" y="366921"/>
                </a:lnTo>
                <a:lnTo>
                  <a:pt x="223720" y="242432"/>
                </a:lnTo>
                <a:lnTo>
                  <a:pt x="8763" y="309423"/>
                </a:lnTo>
                <a:lnTo>
                  <a:pt x="0" y="393658"/>
                </a:lnTo>
                <a:lnTo>
                  <a:pt x="0" y="411518"/>
                </a:lnTo>
                <a:lnTo>
                  <a:pt x="0" y="418848"/>
                </a:lnTo>
                <a:lnTo>
                  <a:pt x="0" y="348856"/>
                </a:lnTo>
                <a:lnTo>
                  <a:pt x="0" y="221478"/>
                </a:lnTo>
                <a:lnTo>
                  <a:pt x="0" y="212086"/>
                </a:lnTo>
                <a:lnTo>
                  <a:pt x="0" y="99380"/>
                </a:lnTo>
                <a:lnTo>
                  <a:pt x="0" y="183598"/>
                </a:lnTo>
                <a:lnTo>
                  <a:pt x="0" y="213737"/>
                </a:lnTo>
                <a:lnTo>
                  <a:pt x="0" y="329862"/>
                </a:lnTo>
                <a:lnTo>
                  <a:pt x="0" y="340185"/>
                </a:lnTo>
                <a:lnTo>
                  <a:pt x="0" y="248315"/>
                </a:lnTo>
                <a:lnTo>
                  <a:pt x="0" y="158312"/>
                </a:lnTo>
                <a:lnTo>
                  <a:pt x="0" y="133026"/>
                </a:lnTo>
                <a:lnTo>
                  <a:pt x="0" y="197842"/>
                </a:lnTo>
                <a:lnTo>
                  <a:pt x="0" y="110630"/>
                </a:lnTo>
                <a:lnTo>
                  <a:pt x="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46A5A0-7712-51DA-1B62-C33E62ADAA85}"/>
              </a:ext>
            </a:extLst>
          </p:cNvPr>
          <p:cNvSpPr/>
          <p:nvPr/>
        </p:nvSpPr>
        <p:spPr>
          <a:xfrm>
            <a:off x="2570750" y="4317533"/>
            <a:ext cx="54008" cy="126081"/>
          </a:xfrm>
          <a:custGeom>
            <a:avLst/>
            <a:gdLst/>
            <a:ahLst/>
            <a:cxnLst/>
            <a:rect l="0" t="0" r="0" b="0"/>
            <a:pathLst>
              <a:path w="54008" h="126081">
                <a:moveTo>
                  <a:pt x="46139" y="22885"/>
                </a:moveTo>
                <a:lnTo>
                  <a:pt x="54007" y="0"/>
                </a:lnTo>
                <a:lnTo>
                  <a:pt x="45692" y="45255"/>
                </a:lnTo>
                <a:lnTo>
                  <a:pt x="48821" y="73090"/>
                </a:lnTo>
                <a:lnTo>
                  <a:pt x="17794" y="84636"/>
                </a:lnTo>
                <a:lnTo>
                  <a:pt x="447" y="126080"/>
                </a:lnTo>
                <a:lnTo>
                  <a:pt x="0" y="112678"/>
                </a:lnTo>
                <a:lnTo>
                  <a:pt x="12339" y="82987"/>
                </a:lnTo>
                <a:lnTo>
                  <a:pt x="44708" y="75255"/>
                </a:lnTo>
                <a:lnTo>
                  <a:pt x="46139" y="2288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B6418A-18E1-2DAC-8578-FFE982D4439C}"/>
              </a:ext>
            </a:extLst>
          </p:cNvPr>
          <p:cNvSpPr/>
          <p:nvPr/>
        </p:nvSpPr>
        <p:spPr>
          <a:xfrm>
            <a:off x="1091353" y="5705161"/>
            <a:ext cx="81818" cy="61524"/>
          </a:xfrm>
          <a:custGeom>
            <a:avLst/>
            <a:gdLst/>
            <a:ahLst/>
            <a:cxnLst/>
            <a:rect l="0" t="0" r="0" b="0"/>
            <a:pathLst>
              <a:path w="81818" h="61524">
                <a:moveTo>
                  <a:pt x="81817" y="0"/>
                </a:moveTo>
                <a:lnTo>
                  <a:pt x="58479" y="28181"/>
                </a:lnTo>
                <a:lnTo>
                  <a:pt x="58836" y="41291"/>
                </a:lnTo>
                <a:lnTo>
                  <a:pt x="49627" y="54710"/>
                </a:lnTo>
                <a:lnTo>
                  <a:pt x="0" y="61523"/>
                </a:lnTo>
                <a:lnTo>
                  <a:pt x="48822" y="51614"/>
                </a:lnTo>
                <a:lnTo>
                  <a:pt x="71444" y="1755"/>
                </a:lnTo>
                <a:lnTo>
                  <a:pt x="81817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133D187-E3AA-2C2B-3CB3-27E50A608559}"/>
              </a:ext>
            </a:extLst>
          </p:cNvPr>
          <p:cNvSpPr/>
          <p:nvPr/>
        </p:nvSpPr>
        <p:spPr>
          <a:xfrm>
            <a:off x="2942276" y="2589328"/>
            <a:ext cx="138864" cy="142338"/>
          </a:xfrm>
          <a:custGeom>
            <a:avLst/>
            <a:gdLst/>
            <a:ahLst/>
            <a:cxnLst/>
            <a:rect l="0" t="0" r="0" b="0"/>
            <a:pathLst>
              <a:path w="138864" h="142338">
                <a:moveTo>
                  <a:pt x="138863" y="8027"/>
                </a:moveTo>
                <a:lnTo>
                  <a:pt x="138327" y="24391"/>
                </a:lnTo>
                <a:lnTo>
                  <a:pt x="118119" y="26861"/>
                </a:lnTo>
                <a:lnTo>
                  <a:pt x="111234" y="19039"/>
                </a:lnTo>
                <a:lnTo>
                  <a:pt x="113112" y="31080"/>
                </a:lnTo>
                <a:lnTo>
                  <a:pt x="88701" y="46620"/>
                </a:lnTo>
                <a:lnTo>
                  <a:pt x="93797" y="58662"/>
                </a:lnTo>
                <a:lnTo>
                  <a:pt x="93261" y="94272"/>
                </a:lnTo>
                <a:lnTo>
                  <a:pt x="78597" y="112798"/>
                </a:lnTo>
                <a:lnTo>
                  <a:pt x="71890" y="96845"/>
                </a:lnTo>
                <a:lnTo>
                  <a:pt x="41936" y="95507"/>
                </a:lnTo>
                <a:lnTo>
                  <a:pt x="23516" y="109710"/>
                </a:lnTo>
                <a:lnTo>
                  <a:pt x="21907" y="129678"/>
                </a:lnTo>
                <a:lnTo>
                  <a:pt x="0" y="142337"/>
                </a:lnTo>
                <a:lnTo>
                  <a:pt x="12250" y="132971"/>
                </a:lnTo>
                <a:lnTo>
                  <a:pt x="22711" y="102712"/>
                </a:lnTo>
                <a:lnTo>
                  <a:pt x="34783" y="94375"/>
                </a:lnTo>
                <a:lnTo>
                  <a:pt x="80296" y="90052"/>
                </a:lnTo>
                <a:lnTo>
                  <a:pt x="81190" y="82127"/>
                </a:lnTo>
                <a:lnTo>
                  <a:pt x="87717" y="79554"/>
                </a:lnTo>
                <a:lnTo>
                  <a:pt x="87091" y="62264"/>
                </a:lnTo>
                <a:lnTo>
                  <a:pt x="76898" y="45283"/>
                </a:lnTo>
                <a:lnTo>
                  <a:pt x="86823" y="20068"/>
                </a:lnTo>
                <a:lnTo>
                  <a:pt x="104706" y="13893"/>
                </a:lnTo>
                <a:lnTo>
                  <a:pt x="96391" y="11526"/>
                </a:lnTo>
                <a:lnTo>
                  <a:pt x="101487" y="0"/>
                </a:lnTo>
                <a:lnTo>
                  <a:pt x="106852" y="6484"/>
                </a:lnTo>
                <a:lnTo>
                  <a:pt x="112396" y="4220"/>
                </a:lnTo>
                <a:lnTo>
                  <a:pt x="117672" y="18113"/>
                </a:lnTo>
                <a:lnTo>
                  <a:pt x="138863" y="802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5D7D0AF-1FC7-5412-0831-3952EA725426}"/>
              </a:ext>
            </a:extLst>
          </p:cNvPr>
          <p:cNvSpPr/>
          <p:nvPr/>
        </p:nvSpPr>
        <p:spPr>
          <a:xfrm>
            <a:off x="2117229" y="4297020"/>
            <a:ext cx="182053" cy="84738"/>
          </a:xfrm>
          <a:custGeom>
            <a:avLst/>
            <a:gdLst/>
            <a:ahLst/>
            <a:cxnLst/>
            <a:rect l="0" t="0" r="0" b="0"/>
            <a:pathLst>
              <a:path w="182053" h="84738">
                <a:moveTo>
                  <a:pt x="9389" y="0"/>
                </a:moveTo>
                <a:lnTo>
                  <a:pt x="30849" y="10721"/>
                </a:lnTo>
                <a:lnTo>
                  <a:pt x="52756" y="36904"/>
                </a:lnTo>
                <a:lnTo>
                  <a:pt x="71623" y="45048"/>
                </a:lnTo>
                <a:lnTo>
                  <a:pt x="81459" y="39172"/>
                </a:lnTo>
                <a:lnTo>
                  <a:pt x="91920" y="15462"/>
                </a:lnTo>
                <a:lnTo>
                  <a:pt x="115079" y="12679"/>
                </a:lnTo>
                <a:lnTo>
                  <a:pt x="149058" y="32884"/>
                </a:lnTo>
                <a:lnTo>
                  <a:pt x="150757" y="46491"/>
                </a:lnTo>
                <a:lnTo>
                  <a:pt x="170607" y="64841"/>
                </a:lnTo>
                <a:lnTo>
                  <a:pt x="173200" y="81129"/>
                </a:lnTo>
                <a:lnTo>
                  <a:pt x="182052" y="84737"/>
                </a:lnTo>
                <a:lnTo>
                  <a:pt x="168998" y="80510"/>
                </a:lnTo>
                <a:lnTo>
                  <a:pt x="169176" y="65356"/>
                </a:lnTo>
                <a:lnTo>
                  <a:pt x="148700" y="48553"/>
                </a:lnTo>
                <a:lnTo>
                  <a:pt x="148789" y="35461"/>
                </a:lnTo>
                <a:lnTo>
                  <a:pt x="114364" y="14122"/>
                </a:lnTo>
                <a:lnTo>
                  <a:pt x="92457" y="16493"/>
                </a:lnTo>
                <a:lnTo>
                  <a:pt x="84946" y="38760"/>
                </a:lnTo>
                <a:lnTo>
                  <a:pt x="66616" y="46388"/>
                </a:lnTo>
                <a:lnTo>
                  <a:pt x="53114" y="40615"/>
                </a:lnTo>
                <a:lnTo>
                  <a:pt x="45424" y="25462"/>
                </a:lnTo>
                <a:lnTo>
                  <a:pt x="28435" y="14328"/>
                </a:lnTo>
                <a:lnTo>
                  <a:pt x="9121" y="9999"/>
                </a:lnTo>
                <a:lnTo>
                  <a:pt x="0" y="412"/>
                </a:lnTo>
                <a:lnTo>
                  <a:pt x="9389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F4ED9F-5A27-4BDC-FE11-3CF4F2DF9B06}"/>
              </a:ext>
            </a:extLst>
          </p:cNvPr>
          <p:cNvSpPr/>
          <p:nvPr/>
        </p:nvSpPr>
        <p:spPr>
          <a:xfrm>
            <a:off x="2286316" y="4383510"/>
            <a:ext cx="44351" cy="77116"/>
          </a:xfrm>
          <a:custGeom>
            <a:avLst/>
            <a:gdLst/>
            <a:ahLst/>
            <a:cxnLst/>
            <a:rect l="0" t="0" r="0" b="0"/>
            <a:pathLst>
              <a:path w="44351" h="77116">
                <a:moveTo>
                  <a:pt x="29329" y="22061"/>
                </a:moveTo>
                <a:lnTo>
                  <a:pt x="11624" y="0"/>
                </a:lnTo>
                <a:lnTo>
                  <a:pt x="31653" y="11133"/>
                </a:lnTo>
                <a:lnTo>
                  <a:pt x="37376" y="27731"/>
                </a:lnTo>
                <a:lnTo>
                  <a:pt x="44350" y="31958"/>
                </a:lnTo>
                <a:lnTo>
                  <a:pt x="31832" y="48350"/>
                </a:lnTo>
                <a:lnTo>
                  <a:pt x="5097" y="57629"/>
                </a:lnTo>
                <a:lnTo>
                  <a:pt x="0" y="77115"/>
                </a:lnTo>
                <a:lnTo>
                  <a:pt x="5633" y="49588"/>
                </a:lnTo>
                <a:lnTo>
                  <a:pt x="21281" y="50000"/>
                </a:lnTo>
                <a:lnTo>
                  <a:pt x="35677" y="40412"/>
                </a:lnTo>
                <a:lnTo>
                  <a:pt x="29329" y="2206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AD77FD0-1755-0FCF-478A-3090E5890D0A}"/>
              </a:ext>
            </a:extLst>
          </p:cNvPr>
          <p:cNvSpPr/>
          <p:nvPr/>
        </p:nvSpPr>
        <p:spPr>
          <a:xfrm>
            <a:off x="2491616" y="4093864"/>
            <a:ext cx="75022" cy="65654"/>
          </a:xfrm>
          <a:custGeom>
            <a:avLst/>
            <a:gdLst/>
            <a:ahLst/>
            <a:cxnLst/>
            <a:rect l="0" t="0" r="0" b="0"/>
            <a:pathLst>
              <a:path w="75022" h="65654">
                <a:moveTo>
                  <a:pt x="2683" y="0"/>
                </a:moveTo>
                <a:lnTo>
                  <a:pt x="1967" y="18242"/>
                </a:lnTo>
                <a:lnTo>
                  <a:pt x="8584" y="28240"/>
                </a:lnTo>
                <a:lnTo>
                  <a:pt x="22712" y="16284"/>
                </a:lnTo>
                <a:lnTo>
                  <a:pt x="34336" y="20716"/>
                </a:lnTo>
                <a:lnTo>
                  <a:pt x="39791" y="39165"/>
                </a:lnTo>
                <a:lnTo>
                  <a:pt x="65096" y="50193"/>
                </a:lnTo>
                <a:lnTo>
                  <a:pt x="75021" y="59263"/>
                </a:lnTo>
                <a:lnTo>
                  <a:pt x="73054" y="65653"/>
                </a:lnTo>
                <a:lnTo>
                  <a:pt x="67867" y="56068"/>
                </a:lnTo>
                <a:lnTo>
                  <a:pt x="39075" y="41020"/>
                </a:lnTo>
                <a:lnTo>
                  <a:pt x="26468" y="17830"/>
                </a:lnTo>
                <a:lnTo>
                  <a:pt x="15738" y="25766"/>
                </a:lnTo>
                <a:lnTo>
                  <a:pt x="14486" y="34630"/>
                </a:lnTo>
                <a:lnTo>
                  <a:pt x="8763" y="31229"/>
                </a:lnTo>
                <a:lnTo>
                  <a:pt x="0" y="17109"/>
                </a:lnTo>
                <a:lnTo>
                  <a:pt x="2683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38ACCC-0A87-9D63-8FDF-FE2DB35E2FC8}"/>
              </a:ext>
            </a:extLst>
          </p:cNvPr>
          <p:cNvSpPr/>
          <p:nvPr/>
        </p:nvSpPr>
        <p:spPr>
          <a:xfrm>
            <a:off x="821226" y="4292278"/>
            <a:ext cx="108374" cy="337340"/>
          </a:xfrm>
          <a:custGeom>
            <a:avLst/>
            <a:gdLst/>
            <a:ahLst/>
            <a:cxnLst/>
            <a:rect l="0" t="0" r="0" b="0"/>
            <a:pathLst>
              <a:path w="108374" h="337340">
                <a:moveTo>
                  <a:pt x="87271" y="337339"/>
                </a:moveTo>
                <a:lnTo>
                  <a:pt x="89238" y="312901"/>
                </a:lnTo>
                <a:lnTo>
                  <a:pt x="102203" y="302074"/>
                </a:lnTo>
                <a:lnTo>
                  <a:pt x="106763" y="288258"/>
                </a:lnTo>
                <a:lnTo>
                  <a:pt x="87092" y="255366"/>
                </a:lnTo>
                <a:lnTo>
                  <a:pt x="94692" y="230208"/>
                </a:lnTo>
                <a:lnTo>
                  <a:pt x="83336" y="205153"/>
                </a:lnTo>
                <a:lnTo>
                  <a:pt x="93977" y="189276"/>
                </a:lnTo>
                <a:lnTo>
                  <a:pt x="51862" y="171749"/>
                </a:lnTo>
                <a:lnTo>
                  <a:pt x="56690" y="157315"/>
                </a:lnTo>
                <a:lnTo>
                  <a:pt x="44440" y="135149"/>
                </a:lnTo>
                <a:lnTo>
                  <a:pt x="65006" y="101850"/>
                </a:lnTo>
                <a:lnTo>
                  <a:pt x="31654" y="70820"/>
                </a:lnTo>
                <a:lnTo>
                  <a:pt x="30759" y="27935"/>
                </a:lnTo>
                <a:lnTo>
                  <a:pt x="0" y="0"/>
                </a:lnTo>
                <a:lnTo>
                  <a:pt x="34336" y="31338"/>
                </a:lnTo>
                <a:lnTo>
                  <a:pt x="33531" y="70407"/>
                </a:lnTo>
                <a:lnTo>
                  <a:pt x="65721" y="97004"/>
                </a:lnTo>
                <a:lnTo>
                  <a:pt x="65990" y="107829"/>
                </a:lnTo>
                <a:lnTo>
                  <a:pt x="46228" y="135356"/>
                </a:lnTo>
                <a:lnTo>
                  <a:pt x="60535" y="158552"/>
                </a:lnTo>
                <a:lnTo>
                  <a:pt x="55707" y="172367"/>
                </a:lnTo>
                <a:lnTo>
                  <a:pt x="92725" y="181337"/>
                </a:lnTo>
                <a:lnTo>
                  <a:pt x="96749" y="187317"/>
                </a:lnTo>
                <a:lnTo>
                  <a:pt x="96480" y="194740"/>
                </a:lnTo>
                <a:lnTo>
                  <a:pt x="85840" y="202576"/>
                </a:lnTo>
                <a:lnTo>
                  <a:pt x="96749" y="235466"/>
                </a:lnTo>
                <a:lnTo>
                  <a:pt x="88970" y="255881"/>
                </a:lnTo>
                <a:lnTo>
                  <a:pt x="100862" y="267532"/>
                </a:lnTo>
                <a:lnTo>
                  <a:pt x="108373" y="290319"/>
                </a:lnTo>
                <a:lnTo>
                  <a:pt x="103634" y="304446"/>
                </a:lnTo>
                <a:lnTo>
                  <a:pt x="91741" y="314757"/>
                </a:lnTo>
                <a:lnTo>
                  <a:pt x="95050" y="325687"/>
                </a:lnTo>
                <a:lnTo>
                  <a:pt x="87271" y="33733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9A69B37-9701-C1F2-D740-8B98E9184C6C}"/>
              </a:ext>
            </a:extLst>
          </p:cNvPr>
          <p:cNvSpPr/>
          <p:nvPr/>
        </p:nvSpPr>
        <p:spPr>
          <a:xfrm>
            <a:off x="2753428" y="3473514"/>
            <a:ext cx="43278" cy="115677"/>
          </a:xfrm>
          <a:custGeom>
            <a:avLst/>
            <a:gdLst/>
            <a:ahLst/>
            <a:cxnLst/>
            <a:rect l="0" t="0" r="0" b="0"/>
            <a:pathLst>
              <a:path w="43278" h="115677">
                <a:moveTo>
                  <a:pt x="31027" y="115676"/>
                </a:moveTo>
                <a:lnTo>
                  <a:pt x="27898" y="100945"/>
                </a:lnTo>
                <a:lnTo>
                  <a:pt x="39522" y="84670"/>
                </a:lnTo>
                <a:lnTo>
                  <a:pt x="34783" y="62214"/>
                </a:lnTo>
                <a:lnTo>
                  <a:pt x="24858" y="56549"/>
                </a:lnTo>
                <a:lnTo>
                  <a:pt x="8405" y="60875"/>
                </a:lnTo>
                <a:lnTo>
                  <a:pt x="0" y="53871"/>
                </a:lnTo>
                <a:lnTo>
                  <a:pt x="18420" y="46351"/>
                </a:lnTo>
                <a:lnTo>
                  <a:pt x="14307" y="31210"/>
                </a:lnTo>
                <a:lnTo>
                  <a:pt x="21818" y="0"/>
                </a:lnTo>
                <a:lnTo>
                  <a:pt x="18867" y="40274"/>
                </a:lnTo>
                <a:lnTo>
                  <a:pt x="23606" y="54798"/>
                </a:lnTo>
                <a:lnTo>
                  <a:pt x="35588" y="61184"/>
                </a:lnTo>
                <a:lnTo>
                  <a:pt x="43277" y="84258"/>
                </a:lnTo>
                <a:lnTo>
                  <a:pt x="29150" y="99915"/>
                </a:lnTo>
                <a:lnTo>
                  <a:pt x="31027" y="11567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41C4F99-0FD8-1915-5ED2-B76DD16665F7}"/>
              </a:ext>
            </a:extLst>
          </p:cNvPr>
          <p:cNvSpPr/>
          <p:nvPr/>
        </p:nvSpPr>
        <p:spPr>
          <a:xfrm>
            <a:off x="2772652" y="3588984"/>
            <a:ext cx="52131" cy="30802"/>
          </a:xfrm>
          <a:custGeom>
            <a:avLst/>
            <a:gdLst/>
            <a:ahLst/>
            <a:cxnLst/>
            <a:rect l="0" t="0" r="0" b="0"/>
            <a:pathLst>
              <a:path w="52131" h="30802">
                <a:moveTo>
                  <a:pt x="10105" y="9580"/>
                </a:moveTo>
                <a:lnTo>
                  <a:pt x="9747" y="13907"/>
                </a:lnTo>
                <a:lnTo>
                  <a:pt x="23696" y="10610"/>
                </a:lnTo>
                <a:lnTo>
                  <a:pt x="26825" y="19057"/>
                </a:lnTo>
                <a:lnTo>
                  <a:pt x="52130" y="26165"/>
                </a:lnTo>
                <a:lnTo>
                  <a:pt x="43546" y="24002"/>
                </a:lnTo>
                <a:lnTo>
                  <a:pt x="35320" y="30801"/>
                </a:lnTo>
                <a:lnTo>
                  <a:pt x="40417" y="24208"/>
                </a:lnTo>
                <a:lnTo>
                  <a:pt x="21550" y="19366"/>
                </a:lnTo>
                <a:lnTo>
                  <a:pt x="16811" y="26989"/>
                </a:lnTo>
                <a:lnTo>
                  <a:pt x="13592" y="15761"/>
                </a:lnTo>
                <a:lnTo>
                  <a:pt x="9747" y="14319"/>
                </a:lnTo>
                <a:lnTo>
                  <a:pt x="8227" y="23178"/>
                </a:lnTo>
                <a:lnTo>
                  <a:pt x="0" y="10301"/>
                </a:lnTo>
                <a:lnTo>
                  <a:pt x="6528" y="9992"/>
                </a:lnTo>
                <a:lnTo>
                  <a:pt x="10552" y="0"/>
                </a:lnTo>
                <a:lnTo>
                  <a:pt x="10105" y="958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9357A8C-A970-2108-895E-7175AA85A018}"/>
              </a:ext>
            </a:extLst>
          </p:cNvPr>
          <p:cNvSpPr/>
          <p:nvPr/>
        </p:nvSpPr>
        <p:spPr>
          <a:xfrm>
            <a:off x="1808206" y="5424328"/>
            <a:ext cx="334866" cy="216115"/>
          </a:xfrm>
          <a:custGeom>
            <a:avLst/>
            <a:gdLst/>
            <a:ahLst/>
            <a:cxnLst/>
            <a:rect l="0" t="0" r="0" b="0"/>
            <a:pathLst>
              <a:path w="334866" h="216115">
                <a:moveTo>
                  <a:pt x="333344" y="5779"/>
                </a:moveTo>
                <a:lnTo>
                  <a:pt x="334865" y="15376"/>
                </a:lnTo>
                <a:lnTo>
                  <a:pt x="319932" y="10113"/>
                </a:lnTo>
                <a:lnTo>
                  <a:pt x="314656" y="24354"/>
                </a:lnTo>
                <a:lnTo>
                  <a:pt x="331556" y="42001"/>
                </a:lnTo>
                <a:lnTo>
                  <a:pt x="290335" y="49844"/>
                </a:lnTo>
                <a:lnTo>
                  <a:pt x="279069" y="49948"/>
                </a:lnTo>
                <a:lnTo>
                  <a:pt x="248935" y="63158"/>
                </a:lnTo>
                <a:lnTo>
                  <a:pt x="233824" y="92054"/>
                </a:lnTo>
                <a:lnTo>
                  <a:pt x="238205" y="118269"/>
                </a:lnTo>
                <a:lnTo>
                  <a:pt x="209056" y="135092"/>
                </a:lnTo>
                <a:lnTo>
                  <a:pt x="177670" y="173486"/>
                </a:lnTo>
                <a:lnTo>
                  <a:pt x="155763" y="216114"/>
                </a:lnTo>
                <a:lnTo>
                  <a:pt x="174630" y="188246"/>
                </a:lnTo>
                <a:lnTo>
                  <a:pt x="176866" y="174828"/>
                </a:lnTo>
                <a:lnTo>
                  <a:pt x="179906" y="142523"/>
                </a:lnTo>
                <a:lnTo>
                  <a:pt x="218802" y="119817"/>
                </a:lnTo>
                <a:lnTo>
                  <a:pt x="239547" y="112283"/>
                </a:lnTo>
                <a:lnTo>
                  <a:pt x="250545" y="80908"/>
                </a:lnTo>
                <a:lnTo>
                  <a:pt x="252423" y="43859"/>
                </a:lnTo>
                <a:lnTo>
                  <a:pt x="202528" y="51702"/>
                </a:lnTo>
                <a:lnTo>
                  <a:pt x="173021" y="52940"/>
                </a:lnTo>
                <a:lnTo>
                  <a:pt x="167298" y="86894"/>
                </a:lnTo>
                <a:lnTo>
                  <a:pt x="136002" y="129106"/>
                </a:lnTo>
                <a:lnTo>
                  <a:pt x="165689" y="86584"/>
                </a:lnTo>
                <a:lnTo>
                  <a:pt x="174541" y="49535"/>
                </a:lnTo>
                <a:lnTo>
                  <a:pt x="148431" y="50670"/>
                </a:lnTo>
                <a:lnTo>
                  <a:pt x="111144" y="53560"/>
                </a:lnTo>
                <a:lnTo>
                  <a:pt x="81905" y="79464"/>
                </a:lnTo>
                <a:lnTo>
                  <a:pt x="54812" y="86584"/>
                </a:lnTo>
                <a:lnTo>
                  <a:pt x="0" y="79257"/>
                </a:lnTo>
                <a:lnTo>
                  <a:pt x="18062" y="71826"/>
                </a:lnTo>
                <a:lnTo>
                  <a:pt x="71533" y="82456"/>
                </a:lnTo>
                <a:lnTo>
                  <a:pt x="105154" y="51392"/>
                </a:lnTo>
                <a:lnTo>
                  <a:pt x="162648" y="33023"/>
                </a:lnTo>
                <a:lnTo>
                  <a:pt x="199488" y="36222"/>
                </a:lnTo>
                <a:lnTo>
                  <a:pt x="255194" y="37151"/>
                </a:lnTo>
                <a:lnTo>
                  <a:pt x="286043" y="39421"/>
                </a:lnTo>
                <a:lnTo>
                  <a:pt x="304195" y="49948"/>
                </a:lnTo>
                <a:lnTo>
                  <a:pt x="307235" y="28895"/>
                </a:lnTo>
                <a:lnTo>
                  <a:pt x="319217" y="0"/>
                </a:lnTo>
                <a:lnTo>
                  <a:pt x="333344" y="577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AE6414-D462-EBC7-33DD-5FF8E4D9D8BD}"/>
              </a:ext>
            </a:extLst>
          </p:cNvPr>
          <p:cNvSpPr/>
          <p:nvPr/>
        </p:nvSpPr>
        <p:spPr>
          <a:xfrm>
            <a:off x="2512987" y="3716623"/>
            <a:ext cx="235613" cy="187420"/>
          </a:xfrm>
          <a:custGeom>
            <a:avLst/>
            <a:gdLst/>
            <a:ahLst/>
            <a:cxnLst/>
            <a:rect l="0" t="0" r="0" b="0"/>
            <a:pathLst>
              <a:path w="235613" h="187420">
                <a:moveTo>
                  <a:pt x="14932" y="6697"/>
                </a:moveTo>
                <a:lnTo>
                  <a:pt x="16899" y="22769"/>
                </a:lnTo>
                <a:lnTo>
                  <a:pt x="36035" y="55841"/>
                </a:lnTo>
                <a:lnTo>
                  <a:pt x="65810" y="63053"/>
                </a:lnTo>
                <a:lnTo>
                  <a:pt x="67509" y="49968"/>
                </a:lnTo>
                <a:lnTo>
                  <a:pt x="77345" y="52235"/>
                </a:lnTo>
                <a:lnTo>
                  <a:pt x="77166" y="59859"/>
                </a:lnTo>
                <a:lnTo>
                  <a:pt x="89774" y="59962"/>
                </a:lnTo>
                <a:lnTo>
                  <a:pt x="108998" y="82938"/>
                </a:lnTo>
                <a:lnTo>
                  <a:pt x="147269" y="105400"/>
                </a:lnTo>
                <a:lnTo>
                  <a:pt x="161754" y="137650"/>
                </a:lnTo>
                <a:lnTo>
                  <a:pt x="163543" y="130850"/>
                </a:lnTo>
                <a:lnTo>
                  <a:pt x="175077" y="127964"/>
                </a:lnTo>
                <a:lnTo>
                  <a:pt x="195822" y="127243"/>
                </a:lnTo>
                <a:lnTo>
                  <a:pt x="213973" y="137650"/>
                </a:lnTo>
                <a:lnTo>
                  <a:pt x="226313" y="129510"/>
                </a:lnTo>
                <a:lnTo>
                  <a:pt x="235612" y="144656"/>
                </a:lnTo>
                <a:lnTo>
                  <a:pt x="231678" y="141050"/>
                </a:lnTo>
                <a:lnTo>
                  <a:pt x="199309" y="170211"/>
                </a:lnTo>
                <a:lnTo>
                  <a:pt x="168818" y="187419"/>
                </a:lnTo>
                <a:lnTo>
                  <a:pt x="159161" y="162689"/>
                </a:lnTo>
                <a:lnTo>
                  <a:pt x="161486" y="139608"/>
                </a:lnTo>
                <a:lnTo>
                  <a:pt x="156568" y="130953"/>
                </a:lnTo>
                <a:lnTo>
                  <a:pt x="145838" y="131777"/>
                </a:lnTo>
                <a:lnTo>
                  <a:pt x="149862" y="118176"/>
                </a:lnTo>
                <a:lnTo>
                  <a:pt x="139400" y="116321"/>
                </a:lnTo>
                <a:lnTo>
                  <a:pt x="140116" y="108903"/>
                </a:lnTo>
                <a:lnTo>
                  <a:pt x="127597" y="97157"/>
                </a:lnTo>
                <a:lnTo>
                  <a:pt x="106495" y="87368"/>
                </a:lnTo>
                <a:lnTo>
                  <a:pt x="88164" y="61198"/>
                </a:lnTo>
                <a:lnTo>
                  <a:pt x="81816" y="60786"/>
                </a:lnTo>
                <a:lnTo>
                  <a:pt x="87270" y="65320"/>
                </a:lnTo>
                <a:lnTo>
                  <a:pt x="84767" y="69544"/>
                </a:lnTo>
                <a:lnTo>
                  <a:pt x="78060" y="61920"/>
                </a:lnTo>
                <a:lnTo>
                  <a:pt x="58121" y="70265"/>
                </a:lnTo>
                <a:lnTo>
                  <a:pt x="54544" y="60993"/>
                </a:lnTo>
                <a:lnTo>
                  <a:pt x="32547" y="55120"/>
                </a:lnTo>
                <a:lnTo>
                  <a:pt x="14485" y="22460"/>
                </a:lnTo>
                <a:lnTo>
                  <a:pt x="14932" y="9066"/>
                </a:lnTo>
                <a:lnTo>
                  <a:pt x="0" y="0"/>
                </a:lnTo>
                <a:lnTo>
                  <a:pt x="14932" y="669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06450A6-CEA9-588B-F650-4BD649AA9EF6}"/>
              </a:ext>
            </a:extLst>
          </p:cNvPr>
          <p:cNvSpPr/>
          <p:nvPr/>
        </p:nvSpPr>
        <p:spPr>
          <a:xfrm>
            <a:off x="2080300" y="2993440"/>
            <a:ext cx="484549" cy="263592"/>
          </a:xfrm>
          <a:custGeom>
            <a:avLst/>
            <a:gdLst/>
            <a:ahLst/>
            <a:cxnLst/>
            <a:rect l="0" t="0" r="0" b="0"/>
            <a:pathLst>
              <a:path w="484549" h="263592">
                <a:moveTo>
                  <a:pt x="159877" y="40049"/>
                </a:moveTo>
                <a:lnTo>
                  <a:pt x="197700" y="69804"/>
                </a:lnTo>
                <a:lnTo>
                  <a:pt x="221127" y="99147"/>
                </a:lnTo>
                <a:lnTo>
                  <a:pt x="212990" y="88234"/>
                </a:lnTo>
                <a:lnTo>
                  <a:pt x="203870" y="145481"/>
                </a:lnTo>
                <a:lnTo>
                  <a:pt x="244197" y="183374"/>
                </a:lnTo>
                <a:lnTo>
                  <a:pt x="299724" y="193053"/>
                </a:lnTo>
                <a:lnTo>
                  <a:pt x="322883" y="207572"/>
                </a:lnTo>
                <a:lnTo>
                  <a:pt x="354447" y="185536"/>
                </a:lnTo>
                <a:lnTo>
                  <a:pt x="388068" y="194186"/>
                </a:lnTo>
                <a:lnTo>
                  <a:pt x="422672" y="186772"/>
                </a:lnTo>
                <a:lnTo>
                  <a:pt x="484548" y="202835"/>
                </a:lnTo>
                <a:lnTo>
                  <a:pt x="483744" y="205101"/>
                </a:lnTo>
                <a:lnTo>
                  <a:pt x="449586" y="210455"/>
                </a:lnTo>
                <a:lnTo>
                  <a:pt x="404878" y="207984"/>
                </a:lnTo>
                <a:lnTo>
                  <a:pt x="369201" y="203350"/>
                </a:lnTo>
                <a:lnTo>
                  <a:pt x="344254" y="186566"/>
                </a:lnTo>
                <a:lnTo>
                  <a:pt x="314657" y="210352"/>
                </a:lnTo>
                <a:lnTo>
                  <a:pt x="288458" y="204071"/>
                </a:lnTo>
                <a:lnTo>
                  <a:pt x="247952" y="190170"/>
                </a:lnTo>
                <a:lnTo>
                  <a:pt x="171412" y="234036"/>
                </a:lnTo>
                <a:lnTo>
                  <a:pt x="123484" y="249586"/>
                </a:lnTo>
                <a:lnTo>
                  <a:pt x="71533" y="263591"/>
                </a:lnTo>
                <a:lnTo>
                  <a:pt x="72428" y="260707"/>
                </a:lnTo>
                <a:lnTo>
                  <a:pt x="120802" y="247115"/>
                </a:lnTo>
                <a:lnTo>
                  <a:pt x="154959" y="235684"/>
                </a:lnTo>
                <a:lnTo>
                  <a:pt x="194750" y="247115"/>
                </a:lnTo>
                <a:lnTo>
                  <a:pt x="209235" y="172047"/>
                </a:lnTo>
                <a:lnTo>
                  <a:pt x="164527" y="202321"/>
                </a:lnTo>
                <a:lnTo>
                  <a:pt x="128045" y="202835"/>
                </a:lnTo>
                <a:lnTo>
                  <a:pt x="43188" y="183065"/>
                </a:lnTo>
                <a:lnTo>
                  <a:pt x="34962" y="131684"/>
                </a:lnTo>
                <a:lnTo>
                  <a:pt x="16989" y="100074"/>
                </a:lnTo>
                <a:lnTo>
                  <a:pt x="0" y="62597"/>
                </a:lnTo>
                <a:lnTo>
                  <a:pt x="37376" y="127256"/>
                </a:lnTo>
                <a:lnTo>
                  <a:pt x="29865" y="157837"/>
                </a:lnTo>
                <a:lnTo>
                  <a:pt x="49626" y="179255"/>
                </a:lnTo>
                <a:lnTo>
                  <a:pt x="128760" y="200158"/>
                </a:lnTo>
                <a:lnTo>
                  <a:pt x="164527" y="200982"/>
                </a:lnTo>
                <a:lnTo>
                  <a:pt x="212275" y="169576"/>
                </a:lnTo>
                <a:lnTo>
                  <a:pt x="203602" y="91631"/>
                </a:lnTo>
                <a:lnTo>
                  <a:pt x="191799" y="70318"/>
                </a:lnTo>
                <a:lnTo>
                  <a:pt x="137880" y="39740"/>
                </a:lnTo>
                <a:lnTo>
                  <a:pt x="125630" y="0"/>
                </a:lnTo>
                <a:lnTo>
                  <a:pt x="159877" y="4004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C0A0184-3140-74A1-0D00-059432DAA996}"/>
              </a:ext>
            </a:extLst>
          </p:cNvPr>
          <p:cNvSpPr/>
          <p:nvPr/>
        </p:nvSpPr>
        <p:spPr>
          <a:xfrm>
            <a:off x="744596" y="4881560"/>
            <a:ext cx="214869" cy="91491"/>
          </a:xfrm>
          <a:custGeom>
            <a:avLst/>
            <a:gdLst/>
            <a:ahLst/>
            <a:cxnLst/>
            <a:rect l="0" t="0" r="0" b="0"/>
            <a:pathLst>
              <a:path w="214869" h="91491">
                <a:moveTo>
                  <a:pt x="214868" y="6601"/>
                </a:moveTo>
                <a:lnTo>
                  <a:pt x="197074" y="3713"/>
                </a:lnTo>
                <a:lnTo>
                  <a:pt x="186881" y="18772"/>
                </a:lnTo>
                <a:lnTo>
                  <a:pt x="163722" y="24341"/>
                </a:lnTo>
                <a:lnTo>
                  <a:pt x="133231" y="67663"/>
                </a:lnTo>
                <a:lnTo>
                  <a:pt x="38270" y="57039"/>
                </a:lnTo>
                <a:lnTo>
                  <a:pt x="22533" y="65290"/>
                </a:lnTo>
                <a:lnTo>
                  <a:pt x="0" y="91490"/>
                </a:lnTo>
                <a:lnTo>
                  <a:pt x="15827" y="76224"/>
                </a:lnTo>
                <a:lnTo>
                  <a:pt x="18509" y="62918"/>
                </a:lnTo>
                <a:lnTo>
                  <a:pt x="38002" y="55801"/>
                </a:lnTo>
                <a:lnTo>
                  <a:pt x="130906" y="63640"/>
                </a:lnTo>
                <a:lnTo>
                  <a:pt x="163006" y="22897"/>
                </a:lnTo>
                <a:lnTo>
                  <a:pt x="189384" y="16193"/>
                </a:lnTo>
                <a:lnTo>
                  <a:pt x="199131" y="1650"/>
                </a:lnTo>
                <a:lnTo>
                  <a:pt x="214153" y="0"/>
                </a:lnTo>
                <a:lnTo>
                  <a:pt x="214868" y="660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7A4E9C1-3312-8C05-1E0F-DB83FB2DF30C}"/>
              </a:ext>
            </a:extLst>
          </p:cNvPr>
          <p:cNvSpPr/>
          <p:nvPr/>
        </p:nvSpPr>
        <p:spPr>
          <a:xfrm>
            <a:off x="722421" y="3778337"/>
            <a:ext cx="149774" cy="288424"/>
          </a:xfrm>
          <a:custGeom>
            <a:avLst/>
            <a:gdLst/>
            <a:ahLst/>
            <a:cxnLst/>
            <a:rect l="0" t="0" r="0" b="0"/>
            <a:pathLst>
              <a:path w="149774" h="288424">
                <a:moveTo>
                  <a:pt x="123126" y="60480"/>
                </a:moveTo>
                <a:lnTo>
                  <a:pt x="141457" y="50177"/>
                </a:lnTo>
                <a:lnTo>
                  <a:pt x="149773" y="34206"/>
                </a:lnTo>
                <a:lnTo>
                  <a:pt x="144855" y="50383"/>
                </a:lnTo>
                <a:lnTo>
                  <a:pt x="130190" y="57183"/>
                </a:lnTo>
                <a:lnTo>
                  <a:pt x="111055" y="77997"/>
                </a:lnTo>
                <a:lnTo>
                  <a:pt x="112128" y="110248"/>
                </a:lnTo>
                <a:lnTo>
                  <a:pt x="119460" y="130238"/>
                </a:lnTo>
                <a:lnTo>
                  <a:pt x="133946" y="142604"/>
                </a:lnTo>
                <a:lnTo>
                  <a:pt x="143782" y="175064"/>
                </a:lnTo>
                <a:lnTo>
                  <a:pt x="99431" y="197322"/>
                </a:lnTo>
                <a:lnTo>
                  <a:pt x="96927" y="212471"/>
                </a:lnTo>
                <a:lnTo>
                  <a:pt x="68672" y="248539"/>
                </a:lnTo>
                <a:lnTo>
                  <a:pt x="38360" y="267502"/>
                </a:lnTo>
                <a:lnTo>
                  <a:pt x="37555" y="288423"/>
                </a:lnTo>
                <a:lnTo>
                  <a:pt x="32458" y="275849"/>
                </a:lnTo>
                <a:lnTo>
                  <a:pt x="36929" y="266780"/>
                </a:lnTo>
                <a:lnTo>
                  <a:pt x="70371" y="243902"/>
                </a:lnTo>
                <a:lnTo>
                  <a:pt x="80564" y="224631"/>
                </a:lnTo>
                <a:lnTo>
                  <a:pt x="95586" y="212264"/>
                </a:lnTo>
                <a:lnTo>
                  <a:pt x="98626" y="195467"/>
                </a:lnTo>
                <a:lnTo>
                  <a:pt x="134125" y="181762"/>
                </a:lnTo>
                <a:lnTo>
                  <a:pt x="142977" y="171044"/>
                </a:lnTo>
                <a:lnTo>
                  <a:pt x="129922" y="138894"/>
                </a:lnTo>
                <a:lnTo>
                  <a:pt x="115437" y="129208"/>
                </a:lnTo>
                <a:lnTo>
                  <a:pt x="76272" y="155278"/>
                </a:lnTo>
                <a:lnTo>
                  <a:pt x="60088" y="174857"/>
                </a:lnTo>
                <a:lnTo>
                  <a:pt x="49090" y="174136"/>
                </a:lnTo>
                <a:lnTo>
                  <a:pt x="17615" y="143428"/>
                </a:lnTo>
                <a:lnTo>
                  <a:pt x="0" y="117461"/>
                </a:lnTo>
                <a:lnTo>
                  <a:pt x="2682" y="113339"/>
                </a:lnTo>
                <a:lnTo>
                  <a:pt x="4649" y="123644"/>
                </a:lnTo>
                <a:lnTo>
                  <a:pt x="29597" y="152908"/>
                </a:lnTo>
                <a:lnTo>
                  <a:pt x="58389" y="173002"/>
                </a:lnTo>
                <a:lnTo>
                  <a:pt x="75020" y="153733"/>
                </a:lnTo>
                <a:lnTo>
                  <a:pt x="117583" y="125911"/>
                </a:lnTo>
                <a:lnTo>
                  <a:pt x="111145" y="111176"/>
                </a:lnTo>
                <a:lnTo>
                  <a:pt x="112754" y="88507"/>
                </a:lnTo>
                <a:lnTo>
                  <a:pt x="99252" y="65735"/>
                </a:lnTo>
                <a:lnTo>
                  <a:pt x="75557" y="61305"/>
                </a:lnTo>
                <a:lnTo>
                  <a:pt x="51593" y="90052"/>
                </a:lnTo>
                <a:lnTo>
                  <a:pt x="42204" y="89846"/>
                </a:lnTo>
                <a:lnTo>
                  <a:pt x="51414" y="89228"/>
                </a:lnTo>
                <a:lnTo>
                  <a:pt x="65363" y="65529"/>
                </a:lnTo>
                <a:lnTo>
                  <a:pt x="41847" y="55844"/>
                </a:lnTo>
                <a:lnTo>
                  <a:pt x="17078" y="29776"/>
                </a:lnTo>
                <a:lnTo>
                  <a:pt x="14843" y="20194"/>
                </a:lnTo>
                <a:lnTo>
                  <a:pt x="44082" y="55844"/>
                </a:lnTo>
                <a:lnTo>
                  <a:pt x="66794" y="63159"/>
                </a:lnTo>
                <a:lnTo>
                  <a:pt x="90132" y="59038"/>
                </a:lnTo>
                <a:lnTo>
                  <a:pt x="90579" y="30703"/>
                </a:lnTo>
                <a:lnTo>
                  <a:pt x="67241" y="0"/>
                </a:lnTo>
                <a:lnTo>
                  <a:pt x="85661" y="18545"/>
                </a:lnTo>
                <a:lnTo>
                  <a:pt x="95139" y="41522"/>
                </a:lnTo>
                <a:lnTo>
                  <a:pt x="94871" y="59553"/>
                </a:lnTo>
                <a:lnTo>
                  <a:pt x="111055" y="68929"/>
                </a:lnTo>
                <a:lnTo>
                  <a:pt x="123126" y="6048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2FF49C0-B751-04F8-BE35-4C2A525728E5}"/>
              </a:ext>
            </a:extLst>
          </p:cNvPr>
          <p:cNvSpPr/>
          <p:nvPr/>
        </p:nvSpPr>
        <p:spPr>
          <a:xfrm>
            <a:off x="3119946" y="3301519"/>
            <a:ext cx="62503" cy="22657"/>
          </a:xfrm>
          <a:custGeom>
            <a:avLst/>
            <a:gdLst/>
            <a:ahLst/>
            <a:cxnLst/>
            <a:rect l="0" t="0" r="0" b="0"/>
            <a:pathLst>
              <a:path w="62503" h="22657">
                <a:moveTo>
                  <a:pt x="0" y="10504"/>
                </a:moveTo>
                <a:lnTo>
                  <a:pt x="40864" y="0"/>
                </a:lnTo>
                <a:lnTo>
                  <a:pt x="48822" y="18331"/>
                </a:lnTo>
                <a:lnTo>
                  <a:pt x="62502" y="22656"/>
                </a:lnTo>
                <a:lnTo>
                  <a:pt x="49000" y="19669"/>
                </a:lnTo>
                <a:lnTo>
                  <a:pt x="41937" y="2574"/>
                </a:lnTo>
                <a:lnTo>
                  <a:pt x="0" y="1050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EE5F36-C042-D2CB-12ED-AA6A59AD6866}"/>
              </a:ext>
            </a:extLst>
          </p:cNvPr>
          <p:cNvSpPr/>
          <p:nvPr/>
        </p:nvSpPr>
        <p:spPr>
          <a:xfrm>
            <a:off x="2975896" y="3083218"/>
            <a:ext cx="408814" cy="271545"/>
          </a:xfrm>
          <a:custGeom>
            <a:avLst/>
            <a:gdLst/>
            <a:ahLst/>
            <a:cxnLst/>
            <a:rect l="0" t="0" r="0" b="0"/>
            <a:pathLst>
              <a:path w="408814" h="271545">
                <a:moveTo>
                  <a:pt x="349977" y="0"/>
                </a:moveTo>
                <a:lnTo>
                  <a:pt x="371526" y="39126"/>
                </a:lnTo>
                <a:lnTo>
                  <a:pt x="372778" y="29859"/>
                </a:lnTo>
                <a:lnTo>
                  <a:pt x="377695" y="44995"/>
                </a:lnTo>
                <a:lnTo>
                  <a:pt x="385833" y="49628"/>
                </a:lnTo>
                <a:lnTo>
                  <a:pt x="408813" y="69295"/>
                </a:lnTo>
                <a:lnTo>
                  <a:pt x="378769" y="88138"/>
                </a:lnTo>
                <a:lnTo>
                  <a:pt x="374924" y="56218"/>
                </a:lnTo>
                <a:lnTo>
                  <a:pt x="343985" y="5045"/>
                </a:lnTo>
                <a:lnTo>
                  <a:pt x="332361" y="30786"/>
                </a:lnTo>
                <a:lnTo>
                  <a:pt x="311796" y="43244"/>
                </a:lnTo>
                <a:lnTo>
                  <a:pt x="282914" y="74340"/>
                </a:lnTo>
                <a:lnTo>
                  <a:pt x="285239" y="82475"/>
                </a:lnTo>
                <a:lnTo>
                  <a:pt x="237580" y="103378"/>
                </a:lnTo>
                <a:lnTo>
                  <a:pt x="177760" y="158881"/>
                </a:lnTo>
                <a:lnTo>
                  <a:pt x="152187" y="191010"/>
                </a:lnTo>
                <a:lnTo>
                  <a:pt x="140921" y="228393"/>
                </a:lnTo>
                <a:lnTo>
                  <a:pt x="103008" y="220875"/>
                </a:lnTo>
                <a:lnTo>
                  <a:pt x="66973" y="226436"/>
                </a:lnTo>
                <a:lnTo>
                  <a:pt x="47123" y="255581"/>
                </a:lnTo>
                <a:lnTo>
                  <a:pt x="34425" y="256405"/>
                </a:lnTo>
                <a:lnTo>
                  <a:pt x="16542" y="271544"/>
                </a:lnTo>
                <a:lnTo>
                  <a:pt x="0" y="267425"/>
                </a:lnTo>
                <a:lnTo>
                  <a:pt x="16274" y="249093"/>
                </a:lnTo>
                <a:lnTo>
                  <a:pt x="79670" y="211813"/>
                </a:lnTo>
                <a:lnTo>
                  <a:pt x="138506" y="226848"/>
                </a:lnTo>
                <a:lnTo>
                  <a:pt x="152187" y="203059"/>
                </a:lnTo>
                <a:lnTo>
                  <a:pt x="168372" y="157337"/>
                </a:lnTo>
                <a:lnTo>
                  <a:pt x="228817" y="116044"/>
                </a:lnTo>
                <a:lnTo>
                  <a:pt x="230337" y="100598"/>
                </a:lnTo>
                <a:lnTo>
                  <a:pt x="261633" y="95655"/>
                </a:lnTo>
                <a:lnTo>
                  <a:pt x="283182" y="82990"/>
                </a:lnTo>
                <a:lnTo>
                  <a:pt x="305805" y="39847"/>
                </a:lnTo>
                <a:lnTo>
                  <a:pt x="306252" y="38920"/>
                </a:lnTo>
                <a:lnTo>
                  <a:pt x="349977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D2C7574-C960-C4D7-0848-626774F2A847}"/>
              </a:ext>
            </a:extLst>
          </p:cNvPr>
          <p:cNvSpPr/>
          <p:nvPr/>
        </p:nvSpPr>
        <p:spPr>
          <a:xfrm>
            <a:off x="931208" y="5828521"/>
            <a:ext cx="753872" cy="442774"/>
          </a:xfrm>
          <a:custGeom>
            <a:avLst/>
            <a:gdLst/>
            <a:ahLst/>
            <a:cxnLst/>
            <a:rect l="0" t="0" r="0" b="0"/>
            <a:pathLst>
              <a:path w="753872" h="442774">
                <a:moveTo>
                  <a:pt x="46497" y="0"/>
                </a:moveTo>
                <a:lnTo>
                  <a:pt x="167478" y="42431"/>
                </a:lnTo>
                <a:lnTo>
                  <a:pt x="243213" y="80734"/>
                </a:lnTo>
                <a:lnTo>
                  <a:pt x="322883" y="180576"/>
                </a:lnTo>
                <a:lnTo>
                  <a:pt x="415877" y="202569"/>
                </a:lnTo>
                <a:lnTo>
                  <a:pt x="494474" y="191624"/>
                </a:lnTo>
                <a:lnTo>
                  <a:pt x="481240" y="127608"/>
                </a:lnTo>
                <a:lnTo>
                  <a:pt x="446547" y="65248"/>
                </a:lnTo>
                <a:lnTo>
                  <a:pt x="472746" y="107268"/>
                </a:lnTo>
                <a:lnTo>
                  <a:pt x="523713" y="156105"/>
                </a:lnTo>
                <a:lnTo>
                  <a:pt x="468543" y="278673"/>
                </a:lnTo>
                <a:lnTo>
                  <a:pt x="568421" y="263493"/>
                </a:lnTo>
                <a:lnTo>
                  <a:pt x="685825" y="230139"/>
                </a:lnTo>
                <a:lnTo>
                  <a:pt x="746986" y="259259"/>
                </a:lnTo>
                <a:lnTo>
                  <a:pt x="753871" y="254302"/>
                </a:lnTo>
                <a:lnTo>
                  <a:pt x="666779" y="234373"/>
                </a:lnTo>
                <a:lnTo>
                  <a:pt x="619210" y="279498"/>
                </a:lnTo>
                <a:lnTo>
                  <a:pt x="540970" y="305831"/>
                </a:lnTo>
                <a:lnTo>
                  <a:pt x="527469" y="374816"/>
                </a:lnTo>
                <a:lnTo>
                  <a:pt x="518259" y="297467"/>
                </a:lnTo>
                <a:lnTo>
                  <a:pt x="478379" y="352406"/>
                </a:lnTo>
                <a:lnTo>
                  <a:pt x="456740" y="283009"/>
                </a:lnTo>
                <a:lnTo>
                  <a:pt x="390840" y="346623"/>
                </a:lnTo>
                <a:lnTo>
                  <a:pt x="415787" y="442773"/>
                </a:lnTo>
                <a:lnTo>
                  <a:pt x="367234" y="401151"/>
                </a:lnTo>
                <a:lnTo>
                  <a:pt x="369917" y="339910"/>
                </a:lnTo>
                <a:lnTo>
                  <a:pt x="317161" y="237780"/>
                </a:lnTo>
                <a:lnTo>
                  <a:pt x="439483" y="333611"/>
                </a:lnTo>
                <a:lnTo>
                  <a:pt x="453074" y="264216"/>
                </a:lnTo>
                <a:lnTo>
                  <a:pt x="418380" y="208352"/>
                </a:lnTo>
                <a:lnTo>
                  <a:pt x="311796" y="178408"/>
                </a:lnTo>
                <a:lnTo>
                  <a:pt x="237938" y="83522"/>
                </a:lnTo>
                <a:lnTo>
                  <a:pt x="165242" y="65454"/>
                </a:lnTo>
                <a:lnTo>
                  <a:pt x="77972" y="74539"/>
                </a:lnTo>
                <a:lnTo>
                  <a:pt x="0" y="72268"/>
                </a:lnTo>
                <a:lnTo>
                  <a:pt x="101131" y="77637"/>
                </a:lnTo>
                <a:lnTo>
                  <a:pt x="50968" y="15279"/>
                </a:lnTo>
                <a:lnTo>
                  <a:pt x="47749" y="991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31B1DBE-AB55-FF79-9DCB-0239D768331A}"/>
              </a:ext>
            </a:extLst>
          </p:cNvPr>
          <p:cNvSpPr/>
          <p:nvPr/>
        </p:nvSpPr>
        <p:spPr>
          <a:xfrm>
            <a:off x="2951038" y="3098147"/>
            <a:ext cx="96929" cy="52823"/>
          </a:xfrm>
          <a:custGeom>
            <a:avLst/>
            <a:gdLst/>
            <a:ahLst/>
            <a:cxnLst/>
            <a:rect l="0" t="0" r="0" b="0"/>
            <a:pathLst>
              <a:path w="96929" h="52823">
                <a:moveTo>
                  <a:pt x="79760" y="9370"/>
                </a:moveTo>
                <a:lnTo>
                  <a:pt x="96928" y="10605"/>
                </a:lnTo>
                <a:lnTo>
                  <a:pt x="95050" y="18740"/>
                </a:lnTo>
                <a:lnTo>
                  <a:pt x="58479" y="13797"/>
                </a:lnTo>
                <a:lnTo>
                  <a:pt x="51057" y="39951"/>
                </a:lnTo>
                <a:lnTo>
                  <a:pt x="31475" y="38200"/>
                </a:lnTo>
                <a:lnTo>
                  <a:pt x="8584" y="52822"/>
                </a:lnTo>
                <a:lnTo>
                  <a:pt x="0" y="45820"/>
                </a:lnTo>
                <a:lnTo>
                  <a:pt x="31654" y="33979"/>
                </a:lnTo>
                <a:lnTo>
                  <a:pt x="47391" y="36759"/>
                </a:lnTo>
                <a:lnTo>
                  <a:pt x="53471" y="14003"/>
                </a:lnTo>
                <a:lnTo>
                  <a:pt x="63933" y="6075"/>
                </a:lnTo>
                <a:lnTo>
                  <a:pt x="64917" y="13488"/>
                </a:lnTo>
                <a:lnTo>
                  <a:pt x="68404" y="0"/>
                </a:lnTo>
                <a:lnTo>
                  <a:pt x="79760" y="937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778009A-C399-D9E5-1A05-CD9B27CB5883}"/>
              </a:ext>
            </a:extLst>
          </p:cNvPr>
          <p:cNvSpPr/>
          <p:nvPr/>
        </p:nvSpPr>
        <p:spPr>
          <a:xfrm>
            <a:off x="2157109" y="5200109"/>
            <a:ext cx="88434" cy="129491"/>
          </a:xfrm>
          <a:custGeom>
            <a:avLst/>
            <a:gdLst/>
            <a:ahLst/>
            <a:cxnLst/>
            <a:rect l="0" t="0" r="0" b="0"/>
            <a:pathLst>
              <a:path w="88434" h="129491">
                <a:moveTo>
                  <a:pt x="0" y="129490"/>
                </a:moveTo>
                <a:lnTo>
                  <a:pt x="9657" y="119274"/>
                </a:lnTo>
                <a:lnTo>
                  <a:pt x="2951" y="110297"/>
                </a:lnTo>
                <a:lnTo>
                  <a:pt x="12071" y="97812"/>
                </a:lnTo>
                <a:lnTo>
                  <a:pt x="34515" y="87907"/>
                </a:lnTo>
                <a:lnTo>
                  <a:pt x="44351" y="73255"/>
                </a:lnTo>
                <a:lnTo>
                  <a:pt x="54902" y="47873"/>
                </a:lnTo>
                <a:lnTo>
                  <a:pt x="58747" y="11658"/>
                </a:lnTo>
                <a:lnTo>
                  <a:pt x="85750" y="0"/>
                </a:lnTo>
                <a:lnTo>
                  <a:pt x="88433" y="5674"/>
                </a:lnTo>
                <a:lnTo>
                  <a:pt x="76451" y="4023"/>
                </a:lnTo>
                <a:lnTo>
                  <a:pt x="60535" y="16404"/>
                </a:lnTo>
                <a:lnTo>
                  <a:pt x="59283" y="43540"/>
                </a:lnTo>
                <a:lnTo>
                  <a:pt x="33889" y="101321"/>
                </a:lnTo>
                <a:lnTo>
                  <a:pt x="0" y="12949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95BD788-CA2D-4C91-4A02-F12A8FA7449E}"/>
              </a:ext>
            </a:extLst>
          </p:cNvPr>
          <p:cNvSpPr/>
          <p:nvPr/>
        </p:nvSpPr>
        <p:spPr>
          <a:xfrm>
            <a:off x="1561058" y="4857425"/>
            <a:ext cx="375908" cy="109540"/>
          </a:xfrm>
          <a:custGeom>
            <a:avLst/>
            <a:gdLst/>
            <a:ahLst/>
            <a:cxnLst/>
            <a:rect l="0" t="0" r="0" b="0"/>
            <a:pathLst>
              <a:path w="375908" h="109540">
                <a:moveTo>
                  <a:pt x="372063" y="47857"/>
                </a:moveTo>
                <a:lnTo>
                  <a:pt x="370185" y="52190"/>
                </a:lnTo>
                <a:lnTo>
                  <a:pt x="375907" y="51571"/>
                </a:lnTo>
                <a:lnTo>
                  <a:pt x="366519" y="58997"/>
                </a:lnTo>
                <a:lnTo>
                  <a:pt x="339873" y="65598"/>
                </a:lnTo>
                <a:lnTo>
                  <a:pt x="333435" y="77976"/>
                </a:lnTo>
                <a:lnTo>
                  <a:pt x="341750" y="91591"/>
                </a:lnTo>
                <a:lnTo>
                  <a:pt x="331110" y="102009"/>
                </a:lnTo>
                <a:lnTo>
                  <a:pt x="305268" y="105722"/>
                </a:lnTo>
                <a:lnTo>
                  <a:pt x="292929" y="100050"/>
                </a:lnTo>
                <a:lnTo>
                  <a:pt x="275672" y="76016"/>
                </a:lnTo>
                <a:lnTo>
                  <a:pt x="232305" y="72612"/>
                </a:lnTo>
                <a:lnTo>
                  <a:pt x="227476" y="79111"/>
                </a:lnTo>
                <a:lnTo>
                  <a:pt x="245181" y="94067"/>
                </a:lnTo>
                <a:lnTo>
                  <a:pt x="223631" y="109539"/>
                </a:lnTo>
                <a:lnTo>
                  <a:pt x="223095" y="101597"/>
                </a:lnTo>
                <a:lnTo>
                  <a:pt x="163990" y="103144"/>
                </a:lnTo>
                <a:lnTo>
                  <a:pt x="109267" y="82721"/>
                </a:lnTo>
                <a:lnTo>
                  <a:pt x="95855" y="86640"/>
                </a:lnTo>
                <a:lnTo>
                  <a:pt x="95855" y="66836"/>
                </a:lnTo>
                <a:lnTo>
                  <a:pt x="89328" y="60028"/>
                </a:lnTo>
                <a:lnTo>
                  <a:pt x="0" y="44660"/>
                </a:lnTo>
                <a:lnTo>
                  <a:pt x="1968" y="38162"/>
                </a:lnTo>
                <a:lnTo>
                  <a:pt x="88255" y="57863"/>
                </a:lnTo>
                <a:lnTo>
                  <a:pt x="102740" y="79626"/>
                </a:lnTo>
                <a:lnTo>
                  <a:pt x="108194" y="77873"/>
                </a:lnTo>
                <a:lnTo>
                  <a:pt x="115437" y="86537"/>
                </a:lnTo>
                <a:lnTo>
                  <a:pt x="177403" y="102731"/>
                </a:lnTo>
                <a:lnTo>
                  <a:pt x="179906" y="76532"/>
                </a:lnTo>
                <a:lnTo>
                  <a:pt x="140295" y="69724"/>
                </a:lnTo>
                <a:lnTo>
                  <a:pt x="123574" y="36512"/>
                </a:lnTo>
                <a:lnTo>
                  <a:pt x="105780" y="35893"/>
                </a:lnTo>
                <a:lnTo>
                  <a:pt x="101578" y="25269"/>
                </a:lnTo>
                <a:lnTo>
                  <a:pt x="73233" y="4126"/>
                </a:lnTo>
                <a:lnTo>
                  <a:pt x="50074" y="11449"/>
                </a:lnTo>
                <a:lnTo>
                  <a:pt x="71623" y="0"/>
                </a:lnTo>
                <a:lnTo>
                  <a:pt x="107747" y="34655"/>
                </a:lnTo>
                <a:lnTo>
                  <a:pt x="124468" y="36409"/>
                </a:lnTo>
                <a:lnTo>
                  <a:pt x="136361" y="64773"/>
                </a:lnTo>
                <a:lnTo>
                  <a:pt x="159788" y="65908"/>
                </a:lnTo>
                <a:lnTo>
                  <a:pt x="162560" y="74469"/>
                </a:lnTo>
                <a:lnTo>
                  <a:pt x="180979" y="74984"/>
                </a:lnTo>
                <a:lnTo>
                  <a:pt x="184020" y="82102"/>
                </a:lnTo>
                <a:lnTo>
                  <a:pt x="176062" y="91694"/>
                </a:lnTo>
                <a:lnTo>
                  <a:pt x="182052" y="93551"/>
                </a:lnTo>
                <a:lnTo>
                  <a:pt x="182142" y="102216"/>
                </a:lnTo>
                <a:lnTo>
                  <a:pt x="238832" y="94995"/>
                </a:lnTo>
                <a:lnTo>
                  <a:pt x="225688" y="80245"/>
                </a:lnTo>
                <a:lnTo>
                  <a:pt x="225867" y="71271"/>
                </a:lnTo>
                <a:lnTo>
                  <a:pt x="232126" y="69002"/>
                </a:lnTo>
                <a:lnTo>
                  <a:pt x="267892" y="76944"/>
                </a:lnTo>
                <a:lnTo>
                  <a:pt x="278175" y="73334"/>
                </a:lnTo>
                <a:lnTo>
                  <a:pt x="289799" y="93035"/>
                </a:lnTo>
                <a:lnTo>
                  <a:pt x="307504" y="102319"/>
                </a:lnTo>
                <a:lnTo>
                  <a:pt x="319396" y="101184"/>
                </a:lnTo>
                <a:lnTo>
                  <a:pt x="336385" y="93860"/>
                </a:lnTo>
                <a:lnTo>
                  <a:pt x="332272" y="78904"/>
                </a:lnTo>
                <a:lnTo>
                  <a:pt x="336475" y="64361"/>
                </a:lnTo>
                <a:lnTo>
                  <a:pt x="372063" y="4785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B89AE95-8960-68DE-AC9F-51E9BB25A79D}"/>
              </a:ext>
            </a:extLst>
          </p:cNvPr>
          <p:cNvSpPr/>
          <p:nvPr/>
        </p:nvSpPr>
        <p:spPr>
          <a:xfrm>
            <a:off x="2281756" y="4685095"/>
            <a:ext cx="56512" cy="9798"/>
          </a:xfrm>
          <a:custGeom>
            <a:avLst/>
            <a:gdLst/>
            <a:ahLst/>
            <a:cxnLst/>
            <a:rect l="0" t="0" r="0" b="0"/>
            <a:pathLst>
              <a:path w="56512" h="9798">
                <a:moveTo>
                  <a:pt x="36571" y="5569"/>
                </a:moveTo>
                <a:lnTo>
                  <a:pt x="49089" y="0"/>
                </a:lnTo>
                <a:lnTo>
                  <a:pt x="56511" y="9797"/>
                </a:lnTo>
                <a:lnTo>
                  <a:pt x="46675" y="3403"/>
                </a:lnTo>
                <a:lnTo>
                  <a:pt x="13591" y="9178"/>
                </a:lnTo>
                <a:lnTo>
                  <a:pt x="0" y="5466"/>
                </a:lnTo>
                <a:lnTo>
                  <a:pt x="36571" y="556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43B2A06-4988-A4B9-16BF-DD247780D04B}"/>
              </a:ext>
            </a:extLst>
          </p:cNvPr>
          <p:cNvSpPr/>
          <p:nvPr/>
        </p:nvSpPr>
        <p:spPr>
          <a:xfrm>
            <a:off x="2031479" y="5723948"/>
            <a:ext cx="30939" cy="88056"/>
          </a:xfrm>
          <a:custGeom>
            <a:avLst/>
            <a:gdLst/>
            <a:ahLst/>
            <a:cxnLst/>
            <a:rect l="0" t="0" r="0" b="0"/>
            <a:pathLst>
              <a:path w="30939" h="88056">
                <a:moveTo>
                  <a:pt x="16363" y="88055"/>
                </a:moveTo>
                <a:lnTo>
                  <a:pt x="26646" y="54814"/>
                </a:lnTo>
                <a:lnTo>
                  <a:pt x="29328" y="18581"/>
                </a:lnTo>
                <a:lnTo>
                  <a:pt x="18688" y="6916"/>
                </a:lnTo>
                <a:lnTo>
                  <a:pt x="0" y="0"/>
                </a:lnTo>
                <a:lnTo>
                  <a:pt x="16989" y="2065"/>
                </a:lnTo>
                <a:lnTo>
                  <a:pt x="30938" y="18891"/>
                </a:lnTo>
                <a:lnTo>
                  <a:pt x="27629" y="55537"/>
                </a:lnTo>
                <a:lnTo>
                  <a:pt x="16363" y="8805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7B1AB53-245C-3A75-1E50-569187E5EE0A}"/>
              </a:ext>
            </a:extLst>
          </p:cNvPr>
          <p:cNvSpPr/>
          <p:nvPr/>
        </p:nvSpPr>
        <p:spPr>
          <a:xfrm>
            <a:off x="1762603" y="5595750"/>
            <a:ext cx="68673" cy="60485"/>
          </a:xfrm>
          <a:custGeom>
            <a:avLst/>
            <a:gdLst/>
            <a:ahLst/>
            <a:cxnLst/>
            <a:rect l="0" t="0" r="0" b="0"/>
            <a:pathLst>
              <a:path w="68673" h="60485">
                <a:moveTo>
                  <a:pt x="0" y="60484"/>
                </a:moveTo>
                <a:lnTo>
                  <a:pt x="43814" y="50576"/>
                </a:lnTo>
                <a:lnTo>
                  <a:pt x="50074" y="26526"/>
                </a:lnTo>
                <a:lnTo>
                  <a:pt x="68672" y="0"/>
                </a:lnTo>
                <a:lnTo>
                  <a:pt x="51862" y="27145"/>
                </a:lnTo>
                <a:lnTo>
                  <a:pt x="49626" y="47685"/>
                </a:lnTo>
                <a:lnTo>
                  <a:pt x="0" y="6048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DF7D92B-3A62-CA4E-0701-63B47C119DD0}"/>
              </a:ext>
            </a:extLst>
          </p:cNvPr>
          <p:cNvSpPr/>
          <p:nvPr/>
        </p:nvSpPr>
        <p:spPr>
          <a:xfrm>
            <a:off x="1043158" y="5400490"/>
            <a:ext cx="47749" cy="21981"/>
          </a:xfrm>
          <a:custGeom>
            <a:avLst/>
            <a:gdLst/>
            <a:ahLst/>
            <a:cxnLst/>
            <a:rect l="0" t="0" r="0" b="0"/>
            <a:pathLst>
              <a:path w="47749" h="21981">
                <a:moveTo>
                  <a:pt x="47748" y="0"/>
                </a:moveTo>
                <a:lnTo>
                  <a:pt x="12339" y="20845"/>
                </a:lnTo>
                <a:lnTo>
                  <a:pt x="0" y="21980"/>
                </a:lnTo>
                <a:lnTo>
                  <a:pt x="47748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8ED3AE9-28B7-7E04-E68B-3F6DEFE1EB8C}"/>
              </a:ext>
            </a:extLst>
          </p:cNvPr>
          <p:cNvSpPr/>
          <p:nvPr/>
        </p:nvSpPr>
        <p:spPr>
          <a:xfrm>
            <a:off x="1103335" y="5352197"/>
            <a:ext cx="1048142" cy="576572"/>
          </a:xfrm>
          <a:custGeom>
            <a:avLst/>
            <a:gdLst/>
            <a:ahLst/>
            <a:cxnLst/>
            <a:rect l="0" t="0" r="0" b="0"/>
            <a:pathLst>
              <a:path w="1048142" h="576572">
                <a:moveTo>
                  <a:pt x="0" y="0"/>
                </a:moveTo>
                <a:lnTo>
                  <a:pt x="53561" y="102884"/>
                </a:lnTo>
                <a:lnTo>
                  <a:pt x="131800" y="71408"/>
                </a:lnTo>
                <a:lnTo>
                  <a:pt x="136539" y="146538"/>
                </a:lnTo>
                <a:lnTo>
                  <a:pt x="209235" y="238805"/>
                </a:lnTo>
                <a:lnTo>
                  <a:pt x="294985" y="262957"/>
                </a:lnTo>
                <a:lnTo>
                  <a:pt x="406935" y="295367"/>
                </a:lnTo>
                <a:lnTo>
                  <a:pt x="535784" y="334178"/>
                </a:lnTo>
                <a:lnTo>
                  <a:pt x="516560" y="203920"/>
                </a:lnTo>
                <a:lnTo>
                  <a:pt x="452984" y="149530"/>
                </a:lnTo>
                <a:lnTo>
                  <a:pt x="530777" y="205778"/>
                </a:lnTo>
                <a:lnTo>
                  <a:pt x="613040" y="385480"/>
                </a:lnTo>
                <a:lnTo>
                  <a:pt x="634321" y="342642"/>
                </a:lnTo>
                <a:lnTo>
                  <a:pt x="637004" y="350487"/>
                </a:lnTo>
                <a:lnTo>
                  <a:pt x="677331" y="415416"/>
                </a:lnTo>
                <a:lnTo>
                  <a:pt x="751725" y="446386"/>
                </a:lnTo>
                <a:lnTo>
                  <a:pt x="769608" y="465381"/>
                </a:lnTo>
                <a:lnTo>
                  <a:pt x="839711" y="458051"/>
                </a:lnTo>
                <a:lnTo>
                  <a:pt x="847043" y="379493"/>
                </a:lnTo>
                <a:lnTo>
                  <a:pt x="848474" y="382280"/>
                </a:lnTo>
                <a:lnTo>
                  <a:pt x="844629" y="448761"/>
                </a:lnTo>
                <a:lnTo>
                  <a:pt x="941109" y="461974"/>
                </a:lnTo>
                <a:lnTo>
                  <a:pt x="953627" y="501101"/>
                </a:lnTo>
                <a:lnTo>
                  <a:pt x="1048141" y="526601"/>
                </a:lnTo>
                <a:lnTo>
                  <a:pt x="1035265" y="576571"/>
                </a:lnTo>
                <a:lnTo>
                  <a:pt x="920543" y="552205"/>
                </a:lnTo>
                <a:lnTo>
                  <a:pt x="902302" y="512148"/>
                </a:lnTo>
                <a:lnTo>
                  <a:pt x="844182" y="504921"/>
                </a:lnTo>
                <a:lnTo>
                  <a:pt x="806001" y="480247"/>
                </a:lnTo>
                <a:lnTo>
                  <a:pt x="718104" y="486957"/>
                </a:lnTo>
                <a:lnTo>
                  <a:pt x="717657" y="445767"/>
                </a:lnTo>
                <a:lnTo>
                  <a:pt x="638255" y="372061"/>
                </a:lnTo>
                <a:lnTo>
                  <a:pt x="486784" y="350177"/>
                </a:lnTo>
                <a:lnTo>
                  <a:pt x="386458" y="304347"/>
                </a:lnTo>
                <a:lnTo>
                  <a:pt x="242498" y="254803"/>
                </a:lnTo>
                <a:lnTo>
                  <a:pt x="166852" y="148911"/>
                </a:lnTo>
                <a:lnTo>
                  <a:pt x="150399" y="79148"/>
                </a:lnTo>
                <a:lnTo>
                  <a:pt x="35052" y="116506"/>
                </a:lnTo>
                <a:lnTo>
                  <a:pt x="268" y="47468"/>
                </a:lnTo>
                <a:lnTo>
                  <a:pt x="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B68FE5E-1EDE-1F3E-0AC0-A21C720D2924}"/>
              </a:ext>
            </a:extLst>
          </p:cNvPr>
          <p:cNvSpPr/>
          <p:nvPr/>
        </p:nvSpPr>
        <p:spPr>
          <a:xfrm>
            <a:off x="2455492" y="3528827"/>
            <a:ext cx="244645" cy="157509"/>
          </a:xfrm>
          <a:custGeom>
            <a:avLst/>
            <a:gdLst/>
            <a:ahLst/>
            <a:cxnLst/>
            <a:rect l="0" t="0" r="0" b="0"/>
            <a:pathLst>
              <a:path w="244645" h="157509">
                <a:moveTo>
                  <a:pt x="30402" y="0"/>
                </a:moveTo>
                <a:lnTo>
                  <a:pt x="49000" y="9888"/>
                </a:lnTo>
                <a:lnTo>
                  <a:pt x="84767" y="2781"/>
                </a:lnTo>
                <a:lnTo>
                  <a:pt x="97911" y="9888"/>
                </a:lnTo>
                <a:lnTo>
                  <a:pt x="104349" y="22867"/>
                </a:lnTo>
                <a:lnTo>
                  <a:pt x="122948" y="27091"/>
                </a:lnTo>
                <a:lnTo>
                  <a:pt x="121249" y="14318"/>
                </a:lnTo>
                <a:lnTo>
                  <a:pt x="127329" y="3811"/>
                </a:lnTo>
                <a:lnTo>
                  <a:pt x="122501" y="19056"/>
                </a:lnTo>
                <a:lnTo>
                  <a:pt x="145391" y="87662"/>
                </a:lnTo>
                <a:lnTo>
                  <a:pt x="152813" y="87455"/>
                </a:lnTo>
                <a:lnTo>
                  <a:pt x="161665" y="97448"/>
                </a:lnTo>
                <a:lnTo>
                  <a:pt x="153170" y="112591"/>
                </a:lnTo>
                <a:lnTo>
                  <a:pt x="169802" y="116712"/>
                </a:lnTo>
                <a:lnTo>
                  <a:pt x="161665" y="136904"/>
                </a:lnTo>
                <a:lnTo>
                  <a:pt x="165152" y="142776"/>
                </a:lnTo>
                <a:lnTo>
                  <a:pt x="181337" y="141745"/>
                </a:lnTo>
                <a:lnTo>
                  <a:pt x="192871" y="150811"/>
                </a:lnTo>
                <a:lnTo>
                  <a:pt x="210844" y="138449"/>
                </a:lnTo>
                <a:lnTo>
                  <a:pt x="224525" y="140303"/>
                </a:lnTo>
                <a:lnTo>
                  <a:pt x="229443" y="148545"/>
                </a:lnTo>
                <a:lnTo>
                  <a:pt x="244644" y="143909"/>
                </a:lnTo>
                <a:lnTo>
                  <a:pt x="228012" y="157508"/>
                </a:lnTo>
                <a:lnTo>
                  <a:pt x="162291" y="157301"/>
                </a:lnTo>
                <a:lnTo>
                  <a:pt x="158446" y="152872"/>
                </a:lnTo>
                <a:lnTo>
                  <a:pt x="162649" y="146999"/>
                </a:lnTo>
                <a:lnTo>
                  <a:pt x="156121" y="143497"/>
                </a:lnTo>
                <a:lnTo>
                  <a:pt x="166762" y="120524"/>
                </a:lnTo>
                <a:lnTo>
                  <a:pt x="148610" y="113312"/>
                </a:lnTo>
                <a:lnTo>
                  <a:pt x="157731" y="95594"/>
                </a:lnTo>
                <a:lnTo>
                  <a:pt x="136628" y="91164"/>
                </a:lnTo>
                <a:lnTo>
                  <a:pt x="129028" y="80657"/>
                </a:lnTo>
                <a:lnTo>
                  <a:pt x="109714" y="84674"/>
                </a:lnTo>
                <a:lnTo>
                  <a:pt x="50967" y="63041"/>
                </a:lnTo>
                <a:lnTo>
                  <a:pt x="25037" y="67883"/>
                </a:lnTo>
                <a:lnTo>
                  <a:pt x="0" y="63041"/>
                </a:lnTo>
                <a:lnTo>
                  <a:pt x="45424" y="62835"/>
                </a:lnTo>
                <a:lnTo>
                  <a:pt x="51057" y="55212"/>
                </a:lnTo>
                <a:lnTo>
                  <a:pt x="69208" y="64896"/>
                </a:lnTo>
                <a:lnTo>
                  <a:pt x="76809" y="60981"/>
                </a:lnTo>
                <a:lnTo>
                  <a:pt x="73411" y="68089"/>
                </a:lnTo>
                <a:lnTo>
                  <a:pt x="109893" y="82202"/>
                </a:lnTo>
                <a:lnTo>
                  <a:pt x="131711" y="76742"/>
                </a:lnTo>
                <a:lnTo>
                  <a:pt x="140652" y="89619"/>
                </a:lnTo>
                <a:lnTo>
                  <a:pt x="132336" y="50577"/>
                </a:lnTo>
                <a:lnTo>
                  <a:pt x="98001" y="15863"/>
                </a:lnTo>
                <a:lnTo>
                  <a:pt x="66347" y="4532"/>
                </a:lnTo>
                <a:lnTo>
                  <a:pt x="48553" y="11125"/>
                </a:lnTo>
                <a:lnTo>
                  <a:pt x="30402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6116ADC-69E5-06CD-5BD3-94EEC4A991D9}"/>
              </a:ext>
            </a:extLst>
          </p:cNvPr>
          <p:cNvSpPr/>
          <p:nvPr/>
        </p:nvSpPr>
        <p:spPr>
          <a:xfrm>
            <a:off x="2862158" y="3662846"/>
            <a:ext cx="26558" cy="16278"/>
          </a:xfrm>
          <a:custGeom>
            <a:avLst/>
            <a:gdLst/>
            <a:ahLst/>
            <a:cxnLst/>
            <a:rect l="0" t="0" r="0" b="0"/>
            <a:pathLst>
              <a:path w="26558" h="16278">
                <a:moveTo>
                  <a:pt x="26557" y="16277"/>
                </a:moveTo>
                <a:lnTo>
                  <a:pt x="0" y="0"/>
                </a:lnTo>
                <a:lnTo>
                  <a:pt x="19761" y="4224"/>
                </a:lnTo>
                <a:lnTo>
                  <a:pt x="26557" y="1627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AC6A406-232D-93BF-6CF1-8684AD79312D}"/>
              </a:ext>
            </a:extLst>
          </p:cNvPr>
          <p:cNvSpPr/>
          <p:nvPr/>
        </p:nvSpPr>
        <p:spPr>
          <a:xfrm>
            <a:off x="2025667" y="4957578"/>
            <a:ext cx="254301" cy="99750"/>
          </a:xfrm>
          <a:custGeom>
            <a:avLst/>
            <a:gdLst/>
            <a:ahLst/>
            <a:cxnLst/>
            <a:rect l="0" t="0" r="0" b="0"/>
            <a:pathLst>
              <a:path w="254301" h="99750">
                <a:moveTo>
                  <a:pt x="254300" y="0"/>
                </a:moveTo>
                <a:lnTo>
                  <a:pt x="251707" y="15678"/>
                </a:lnTo>
                <a:lnTo>
                  <a:pt x="228995" y="22692"/>
                </a:lnTo>
                <a:lnTo>
                  <a:pt x="212900" y="35793"/>
                </a:lnTo>
                <a:lnTo>
                  <a:pt x="178296" y="48480"/>
                </a:lnTo>
                <a:lnTo>
                  <a:pt x="156926" y="44045"/>
                </a:lnTo>
                <a:lnTo>
                  <a:pt x="112843" y="56320"/>
                </a:lnTo>
                <a:lnTo>
                  <a:pt x="95318" y="77364"/>
                </a:lnTo>
                <a:lnTo>
                  <a:pt x="83783" y="82109"/>
                </a:lnTo>
                <a:lnTo>
                  <a:pt x="76361" y="99749"/>
                </a:lnTo>
                <a:lnTo>
                  <a:pt x="72517" y="96758"/>
                </a:lnTo>
                <a:lnTo>
                  <a:pt x="77256" y="82316"/>
                </a:lnTo>
                <a:lnTo>
                  <a:pt x="111055" y="53019"/>
                </a:lnTo>
                <a:lnTo>
                  <a:pt x="106137" y="35999"/>
                </a:lnTo>
                <a:lnTo>
                  <a:pt x="91205" y="33627"/>
                </a:lnTo>
                <a:lnTo>
                  <a:pt x="66794" y="40847"/>
                </a:lnTo>
                <a:lnTo>
                  <a:pt x="43188" y="32079"/>
                </a:lnTo>
                <a:lnTo>
                  <a:pt x="25841" y="38681"/>
                </a:lnTo>
                <a:lnTo>
                  <a:pt x="0" y="26715"/>
                </a:lnTo>
                <a:lnTo>
                  <a:pt x="31385" y="34039"/>
                </a:lnTo>
                <a:lnTo>
                  <a:pt x="47569" y="28675"/>
                </a:lnTo>
                <a:lnTo>
                  <a:pt x="75288" y="38681"/>
                </a:lnTo>
                <a:lnTo>
                  <a:pt x="101130" y="30945"/>
                </a:lnTo>
                <a:lnTo>
                  <a:pt x="119997" y="53638"/>
                </a:lnTo>
                <a:lnTo>
                  <a:pt x="157909" y="39506"/>
                </a:lnTo>
                <a:lnTo>
                  <a:pt x="176329" y="45076"/>
                </a:lnTo>
                <a:lnTo>
                  <a:pt x="209503" y="33833"/>
                </a:lnTo>
                <a:lnTo>
                  <a:pt x="242855" y="15885"/>
                </a:lnTo>
                <a:lnTo>
                  <a:pt x="25430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AFD9FAB-4D5A-409B-50BE-96D91E15AD76}"/>
              </a:ext>
            </a:extLst>
          </p:cNvPr>
          <p:cNvSpPr/>
          <p:nvPr/>
        </p:nvSpPr>
        <p:spPr>
          <a:xfrm>
            <a:off x="1971123" y="4977176"/>
            <a:ext cx="54724" cy="33216"/>
          </a:xfrm>
          <a:custGeom>
            <a:avLst/>
            <a:gdLst/>
            <a:ahLst/>
            <a:cxnLst/>
            <a:rect l="0" t="0" r="0" b="0"/>
            <a:pathLst>
              <a:path w="54724" h="33216">
                <a:moveTo>
                  <a:pt x="46943" y="0"/>
                </a:moveTo>
                <a:lnTo>
                  <a:pt x="54723" y="6086"/>
                </a:lnTo>
                <a:lnTo>
                  <a:pt x="42383" y="17433"/>
                </a:lnTo>
                <a:lnTo>
                  <a:pt x="0" y="33215"/>
                </a:lnTo>
                <a:lnTo>
                  <a:pt x="41310" y="16711"/>
                </a:lnTo>
                <a:lnTo>
                  <a:pt x="52755" y="6395"/>
                </a:lnTo>
                <a:lnTo>
                  <a:pt x="46943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970EFB8-D4E3-FC6D-B379-E9FD993C099F}"/>
              </a:ext>
            </a:extLst>
          </p:cNvPr>
          <p:cNvSpPr/>
          <p:nvPr/>
        </p:nvSpPr>
        <p:spPr>
          <a:xfrm>
            <a:off x="2387625" y="3206470"/>
            <a:ext cx="443328" cy="279405"/>
          </a:xfrm>
          <a:custGeom>
            <a:avLst/>
            <a:gdLst/>
            <a:ahLst/>
            <a:cxnLst/>
            <a:rect l="0" t="0" r="0" b="0"/>
            <a:pathLst>
              <a:path w="443328" h="279405">
                <a:moveTo>
                  <a:pt x="430540" y="4531"/>
                </a:moveTo>
                <a:lnTo>
                  <a:pt x="436889" y="14519"/>
                </a:lnTo>
                <a:lnTo>
                  <a:pt x="439035" y="57358"/>
                </a:lnTo>
                <a:lnTo>
                  <a:pt x="440197" y="118220"/>
                </a:lnTo>
                <a:lnTo>
                  <a:pt x="412747" y="151176"/>
                </a:lnTo>
                <a:lnTo>
                  <a:pt x="416681" y="135934"/>
                </a:lnTo>
                <a:lnTo>
                  <a:pt x="443327" y="96387"/>
                </a:lnTo>
                <a:lnTo>
                  <a:pt x="417486" y="31407"/>
                </a:lnTo>
                <a:lnTo>
                  <a:pt x="407560" y="49737"/>
                </a:lnTo>
                <a:lnTo>
                  <a:pt x="399602" y="49737"/>
                </a:lnTo>
                <a:lnTo>
                  <a:pt x="384670" y="62198"/>
                </a:lnTo>
                <a:lnTo>
                  <a:pt x="369469" y="82382"/>
                </a:lnTo>
                <a:lnTo>
                  <a:pt x="350423" y="105450"/>
                </a:lnTo>
                <a:lnTo>
                  <a:pt x="349976" y="118529"/>
                </a:lnTo>
                <a:lnTo>
                  <a:pt x="322525" y="148292"/>
                </a:lnTo>
                <a:lnTo>
                  <a:pt x="307682" y="136140"/>
                </a:lnTo>
                <a:lnTo>
                  <a:pt x="279158" y="165903"/>
                </a:lnTo>
                <a:lnTo>
                  <a:pt x="241335" y="170229"/>
                </a:lnTo>
                <a:lnTo>
                  <a:pt x="233556" y="181764"/>
                </a:lnTo>
                <a:lnTo>
                  <a:pt x="222289" y="195359"/>
                </a:lnTo>
                <a:lnTo>
                  <a:pt x="211202" y="201744"/>
                </a:lnTo>
                <a:lnTo>
                  <a:pt x="203244" y="213177"/>
                </a:lnTo>
                <a:lnTo>
                  <a:pt x="189474" y="214619"/>
                </a:lnTo>
                <a:lnTo>
                  <a:pt x="179727" y="229141"/>
                </a:lnTo>
                <a:lnTo>
                  <a:pt x="105333" y="250359"/>
                </a:lnTo>
                <a:lnTo>
                  <a:pt x="33620" y="279404"/>
                </a:lnTo>
                <a:lnTo>
                  <a:pt x="35409" y="275285"/>
                </a:lnTo>
                <a:lnTo>
                  <a:pt x="76809" y="246856"/>
                </a:lnTo>
                <a:lnTo>
                  <a:pt x="101845" y="251183"/>
                </a:lnTo>
                <a:lnTo>
                  <a:pt x="157283" y="204834"/>
                </a:lnTo>
                <a:lnTo>
                  <a:pt x="118566" y="164358"/>
                </a:lnTo>
                <a:lnTo>
                  <a:pt x="99342" y="167963"/>
                </a:lnTo>
                <a:lnTo>
                  <a:pt x="34246" y="158076"/>
                </a:lnTo>
                <a:lnTo>
                  <a:pt x="0" y="143863"/>
                </a:lnTo>
                <a:lnTo>
                  <a:pt x="3487" y="142834"/>
                </a:lnTo>
                <a:lnTo>
                  <a:pt x="34872" y="155502"/>
                </a:lnTo>
                <a:lnTo>
                  <a:pt x="71623" y="141392"/>
                </a:lnTo>
                <a:lnTo>
                  <a:pt x="110519" y="163020"/>
                </a:lnTo>
                <a:lnTo>
                  <a:pt x="152544" y="192887"/>
                </a:lnTo>
                <a:lnTo>
                  <a:pt x="165152" y="204216"/>
                </a:lnTo>
                <a:lnTo>
                  <a:pt x="193587" y="213486"/>
                </a:lnTo>
                <a:lnTo>
                  <a:pt x="291677" y="150352"/>
                </a:lnTo>
                <a:lnTo>
                  <a:pt x="327980" y="134183"/>
                </a:lnTo>
                <a:lnTo>
                  <a:pt x="339604" y="101846"/>
                </a:lnTo>
                <a:lnTo>
                  <a:pt x="342554" y="96182"/>
                </a:lnTo>
                <a:lnTo>
                  <a:pt x="406309" y="42838"/>
                </a:lnTo>
                <a:lnTo>
                  <a:pt x="430719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442AE5C-AB38-05A6-8950-67AD083EC977}"/>
              </a:ext>
            </a:extLst>
          </p:cNvPr>
          <p:cNvSpPr/>
          <p:nvPr/>
        </p:nvSpPr>
        <p:spPr>
          <a:xfrm>
            <a:off x="508000" y="5162864"/>
            <a:ext cx="29419" cy="220187"/>
          </a:xfrm>
          <a:custGeom>
            <a:avLst/>
            <a:gdLst/>
            <a:ahLst/>
            <a:cxnLst/>
            <a:rect l="0" t="0" r="0" b="0"/>
            <a:pathLst>
              <a:path w="29419" h="220187">
                <a:moveTo>
                  <a:pt x="29418" y="8150"/>
                </a:moveTo>
                <a:lnTo>
                  <a:pt x="8137" y="9285"/>
                </a:lnTo>
                <a:lnTo>
                  <a:pt x="0" y="19602"/>
                </a:lnTo>
                <a:lnTo>
                  <a:pt x="0" y="31776"/>
                </a:lnTo>
                <a:lnTo>
                  <a:pt x="0" y="53649"/>
                </a:lnTo>
                <a:lnTo>
                  <a:pt x="0" y="76554"/>
                </a:lnTo>
                <a:lnTo>
                  <a:pt x="0" y="78824"/>
                </a:lnTo>
                <a:lnTo>
                  <a:pt x="0" y="97190"/>
                </a:lnTo>
                <a:lnTo>
                  <a:pt x="0" y="110397"/>
                </a:lnTo>
                <a:lnTo>
                  <a:pt x="0" y="103587"/>
                </a:lnTo>
                <a:lnTo>
                  <a:pt x="0" y="105135"/>
                </a:lnTo>
                <a:lnTo>
                  <a:pt x="0" y="122882"/>
                </a:lnTo>
                <a:lnTo>
                  <a:pt x="0" y="111635"/>
                </a:lnTo>
                <a:lnTo>
                  <a:pt x="0" y="113595"/>
                </a:lnTo>
                <a:lnTo>
                  <a:pt x="0" y="125977"/>
                </a:lnTo>
                <a:lnTo>
                  <a:pt x="0" y="142693"/>
                </a:lnTo>
                <a:lnTo>
                  <a:pt x="0" y="163846"/>
                </a:lnTo>
                <a:lnTo>
                  <a:pt x="0" y="162607"/>
                </a:lnTo>
                <a:lnTo>
                  <a:pt x="0" y="176744"/>
                </a:lnTo>
                <a:lnTo>
                  <a:pt x="0" y="169933"/>
                </a:lnTo>
                <a:lnTo>
                  <a:pt x="0" y="147027"/>
                </a:lnTo>
                <a:lnTo>
                  <a:pt x="0" y="146820"/>
                </a:lnTo>
                <a:lnTo>
                  <a:pt x="0" y="161988"/>
                </a:lnTo>
                <a:lnTo>
                  <a:pt x="0" y="169727"/>
                </a:lnTo>
                <a:lnTo>
                  <a:pt x="0" y="201509"/>
                </a:lnTo>
                <a:lnTo>
                  <a:pt x="0" y="214305"/>
                </a:lnTo>
                <a:lnTo>
                  <a:pt x="0" y="210383"/>
                </a:lnTo>
                <a:lnTo>
                  <a:pt x="0" y="220186"/>
                </a:lnTo>
                <a:lnTo>
                  <a:pt x="0" y="216884"/>
                </a:lnTo>
                <a:lnTo>
                  <a:pt x="0" y="205121"/>
                </a:lnTo>
                <a:lnTo>
                  <a:pt x="0" y="202954"/>
                </a:lnTo>
                <a:lnTo>
                  <a:pt x="0" y="175918"/>
                </a:lnTo>
                <a:lnTo>
                  <a:pt x="0" y="171275"/>
                </a:lnTo>
                <a:lnTo>
                  <a:pt x="0" y="157035"/>
                </a:lnTo>
                <a:lnTo>
                  <a:pt x="0" y="143106"/>
                </a:lnTo>
                <a:lnTo>
                  <a:pt x="0" y="145582"/>
                </a:lnTo>
                <a:lnTo>
                  <a:pt x="0" y="167973"/>
                </a:lnTo>
                <a:lnTo>
                  <a:pt x="0" y="158893"/>
                </a:lnTo>
                <a:lnTo>
                  <a:pt x="0" y="157964"/>
                </a:lnTo>
                <a:lnTo>
                  <a:pt x="0" y="142590"/>
                </a:lnTo>
                <a:lnTo>
                  <a:pt x="0" y="127937"/>
                </a:lnTo>
                <a:lnTo>
                  <a:pt x="0" y="112873"/>
                </a:lnTo>
                <a:lnTo>
                  <a:pt x="0" y="94507"/>
                </a:lnTo>
                <a:lnTo>
                  <a:pt x="0" y="88626"/>
                </a:lnTo>
                <a:lnTo>
                  <a:pt x="0" y="108643"/>
                </a:lnTo>
                <a:lnTo>
                  <a:pt x="0" y="109055"/>
                </a:lnTo>
                <a:lnTo>
                  <a:pt x="0" y="103277"/>
                </a:lnTo>
                <a:lnTo>
                  <a:pt x="0" y="118342"/>
                </a:lnTo>
                <a:lnTo>
                  <a:pt x="0" y="103484"/>
                </a:lnTo>
                <a:lnTo>
                  <a:pt x="0" y="99150"/>
                </a:lnTo>
                <a:lnTo>
                  <a:pt x="0" y="105032"/>
                </a:lnTo>
                <a:lnTo>
                  <a:pt x="0" y="95539"/>
                </a:lnTo>
                <a:lnTo>
                  <a:pt x="0" y="90896"/>
                </a:lnTo>
                <a:lnTo>
                  <a:pt x="0" y="75110"/>
                </a:lnTo>
                <a:lnTo>
                  <a:pt x="0" y="54681"/>
                </a:lnTo>
                <a:lnTo>
                  <a:pt x="0" y="21459"/>
                </a:lnTo>
                <a:lnTo>
                  <a:pt x="0" y="6809"/>
                </a:lnTo>
                <a:lnTo>
                  <a:pt x="26646" y="0"/>
                </a:lnTo>
                <a:lnTo>
                  <a:pt x="29418" y="815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975585C-70A8-2981-2262-6443651A4F1E}"/>
              </a:ext>
            </a:extLst>
          </p:cNvPr>
          <p:cNvSpPr/>
          <p:nvPr/>
        </p:nvSpPr>
        <p:spPr>
          <a:xfrm>
            <a:off x="508000" y="4612500"/>
            <a:ext cx="361065" cy="235850"/>
          </a:xfrm>
          <a:custGeom>
            <a:avLst/>
            <a:gdLst/>
            <a:ahLst/>
            <a:cxnLst/>
            <a:rect l="0" t="0" r="0" b="0"/>
            <a:pathLst>
              <a:path w="361065" h="235850">
                <a:moveTo>
                  <a:pt x="361064" y="0"/>
                </a:moveTo>
                <a:lnTo>
                  <a:pt x="328874" y="8146"/>
                </a:lnTo>
                <a:lnTo>
                  <a:pt x="296773" y="30110"/>
                </a:lnTo>
                <a:lnTo>
                  <a:pt x="288368" y="57024"/>
                </a:lnTo>
                <a:lnTo>
                  <a:pt x="181247" y="98376"/>
                </a:lnTo>
                <a:lnTo>
                  <a:pt x="172753" y="115185"/>
                </a:lnTo>
                <a:lnTo>
                  <a:pt x="170607" y="88373"/>
                </a:lnTo>
                <a:lnTo>
                  <a:pt x="147180" y="75895"/>
                </a:lnTo>
                <a:lnTo>
                  <a:pt x="121696" y="92498"/>
                </a:lnTo>
                <a:lnTo>
                  <a:pt x="85750" y="115494"/>
                </a:lnTo>
                <a:lnTo>
                  <a:pt x="67509" y="137873"/>
                </a:lnTo>
                <a:lnTo>
                  <a:pt x="24679" y="187685"/>
                </a:lnTo>
                <a:lnTo>
                  <a:pt x="0" y="194388"/>
                </a:lnTo>
                <a:lnTo>
                  <a:pt x="0" y="235849"/>
                </a:lnTo>
                <a:lnTo>
                  <a:pt x="0" y="234715"/>
                </a:lnTo>
                <a:lnTo>
                  <a:pt x="0" y="195523"/>
                </a:lnTo>
                <a:lnTo>
                  <a:pt x="22533" y="185725"/>
                </a:lnTo>
                <a:lnTo>
                  <a:pt x="67957" y="134882"/>
                </a:lnTo>
                <a:lnTo>
                  <a:pt x="33442" y="136842"/>
                </a:lnTo>
                <a:lnTo>
                  <a:pt x="11266" y="140657"/>
                </a:lnTo>
                <a:lnTo>
                  <a:pt x="0" y="155921"/>
                </a:lnTo>
                <a:lnTo>
                  <a:pt x="0" y="147051"/>
                </a:lnTo>
                <a:lnTo>
                  <a:pt x="0" y="185932"/>
                </a:lnTo>
                <a:lnTo>
                  <a:pt x="0" y="144782"/>
                </a:lnTo>
                <a:lnTo>
                  <a:pt x="0" y="143442"/>
                </a:lnTo>
                <a:lnTo>
                  <a:pt x="11356" y="132098"/>
                </a:lnTo>
                <a:lnTo>
                  <a:pt x="33710" y="134779"/>
                </a:lnTo>
                <a:lnTo>
                  <a:pt x="83783" y="133335"/>
                </a:lnTo>
                <a:lnTo>
                  <a:pt x="117672" y="112298"/>
                </a:lnTo>
                <a:lnTo>
                  <a:pt x="124557" y="83835"/>
                </a:lnTo>
                <a:lnTo>
                  <a:pt x="152723" y="72492"/>
                </a:lnTo>
                <a:lnTo>
                  <a:pt x="169802" y="85382"/>
                </a:lnTo>
                <a:lnTo>
                  <a:pt x="219786" y="68573"/>
                </a:lnTo>
                <a:lnTo>
                  <a:pt x="294896" y="43928"/>
                </a:lnTo>
                <a:lnTo>
                  <a:pt x="316713" y="19489"/>
                </a:lnTo>
                <a:lnTo>
                  <a:pt x="350602" y="897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97E99A8-B400-80E0-DBB6-B1BBB3B9AEA0}"/>
              </a:ext>
            </a:extLst>
          </p:cNvPr>
          <p:cNvSpPr/>
          <p:nvPr/>
        </p:nvSpPr>
        <p:spPr>
          <a:xfrm>
            <a:off x="3431026" y="3374227"/>
            <a:ext cx="26469" cy="44597"/>
          </a:xfrm>
          <a:custGeom>
            <a:avLst/>
            <a:gdLst/>
            <a:ahLst/>
            <a:cxnLst/>
            <a:rect l="0" t="0" r="0" b="0"/>
            <a:pathLst>
              <a:path w="26469" h="44597">
                <a:moveTo>
                  <a:pt x="14307" y="0"/>
                </a:moveTo>
                <a:lnTo>
                  <a:pt x="12161" y="22761"/>
                </a:lnTo>
                <a:lnTo>
                  <a:pt x="20566" y="32134"/>
                </a:lnTo>
                <a:lnTo>
                  <a:pt x="11803" y="32339"/>
                </a:lnTo>
                <a:lnTo>
                  <a:pt x="26468" y="37489"/>
                </a:lnTo>
                <a:lnTo>
                  <a:pt x="18688" y="44596"/>
                </a:lnTo>
                <a:lnTo>
                  <a:pt x="0" y="21731"/>
                </a:lnTo>
                <a:lnTo>
                  <a:pt x="9389" y="16479"/>
                </a:lnTo>
                <a:lnTo>
                  <a:pt x="7422" y="1648"/>
                </a:lnTo>
                <a:lnTo>
                  <a:pt x="14307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1A6FD32-2818-0A10-145E-F989DD8B3BB8}"/>
              </a:ext>
            </a:extLst>
          </p:cNvPr>
          <p:cNvSpPr/>
          <p:nvPr/>
        </p:nvSpPr>
        <p:spPr>
          <a:xfrm>
            <a:off x="1201067" y="6578600"/>
            <a:ext cx="500466" cy="1"/>
          </a:xfrm>
          <a:custGeom>
            <a:avLst/>
            <a:gdLst/>
            <a:ahLst/>
            <a:cxnLst/>
            <a:rect l="0" t="0" r="0" b="0"/>
            <a:pathLst>
              <a:path w="500466" h="1">
                <a:moveTo>
                  <a:pt x="8763" y="0"/>
                </a:moveTo>
                <a:lnTo>
                  <a:pt x="37734" y="0"/>
                </a:lnTo>
                <a:lnTo>
                  <a:pt x="114990" y="0"/>
                </a:lnTo>
                <a:lnTo>
                  <a:pt x="164974" y="0"/>
                </a:lnTo>
                <a:lnTo>
                  <a:pt x="190368" y="0"/>
                </a:lnTo>
                <a:lnTo>
                  <a:pt x="213885" y="0"/>
                </a:lnTo>
                <a:lnTo>
                  <a:pt x="261812" y="0"/>
                </a:lnTo>
                <a:lnTo>
                  <a:pt x="244376" y="0"/>
                </a:lnTo>
                <a:lnTo>
                  <a:pt x="299456" y="0"/>
                </a:lnTo>
                <a:lnTo>
                  <a:pt x="329590" y="0"/>
                </a:lnTo>
                <a:lnTo>
                  <a:pt x="364820" y="0"/>
                </a:lnTo>
                <a:lnTo>
                  <a:pt x="392986" y="0"/>
                </a:lnTo>
                <a:lnTo>
                  <a:pt x="432955" y="0"/>
                </a:lnTo>
                <a:lnTo>
                  <a:pt x="459065" y="0"/>
                </a:lnTo>
                <a:lnTo>
                  <a:pt x="473729" y="0"/>
                </a:lnTo>
                <a:lnTo>
                  <a:pt x="500465" y="0"/>
                </a:lnTo>
                <a:lnTo>
                  <a:pt x="486427" y="0"/>
                </a:lnTo>
                <a:lnTo>
                  <a:pt x="494832" y="0"/>
                </a:lnTo>
                <a:lnTo>
                  <a:pt x="474087" y="0"/>
                </a:lnTo>
                <a:lnTo>
                  <a:pt x="456561" y="0"/>
                </a:lnTo>
                <a:lnTo>
                  <a:pt x="454236" y="0"/>
                </a:lnTo>
                <a:lnTo>
                  <a:pt x="442523" y="0"/>
                </a:lnTo>
                <a:lnTo>
                  <a:pt x="389857" y="0"/>
                </a:lnTo>
                <a:lnTo>
                  <a:pt x="377964" y="0"/>
                </a:lnTo>
                <a:lnTo>
                  <a:pt x="353017" y="0"/>
                </a:lnTo>
                <a:lnTo>
                  <a:pt x="330842" y="0"/>
                </a:lnTo>
                <a:lnTo>
                  <a:pt x="299725" y="0"/>
                </a:lnTo>
                <a:lnTo>
                  <a:pt x="242230" y="0"/>
                </a:lnTo>
                <a:lnTo>
                  <a:pt x="237938" y="0"/>
                </a:lnTo>
                <a:lnTo>
                  <a:pt x="209235" y="0"/>
                </a:lnTo>
                <a:lnTo>
                  <a:pt x="189295" y="0"/>
                </a:lnTo>
                <a:lnTo>
                  <a:pt x="162828" y="0"/>
                </a:lnTo>
                <a:lnTo>
                  <a:pt x="130012" y="0"/>
                </a:lnTo>
                <a:lnTo>
                  <a:pt x="105333" y="0"/>
                </a:lnTo>
                <a:lnTo>
                  <a:pt x="87718" y="0"/>
                </a:lnTo>
                <a:lnTo>
                  <a:pt x="83247" y="0"/>
                </a:lnTo>
                <a:lnTo>
                  <a:pt x="3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687BBE5-CBCE-FABD-1EC7-0FD3A1735A32}"/>
              </a:ext>
            </a:extLst>
          </p:cNvPr>
          <p:cNvSpPr/>
          <p:nvPr/>
        </p:nvSpPr>
        <p:spPr>
          <a:xfrm>
            <a:off x="2159702" y="4768524"/>
            <a:ext cx="317877" cy="200711"/>
          </a:xfrm>
          <a:custGeom>
            <a:avLst/>
            <a:gdLst/>
            <a:ahLst/>
            <a:cxnLst/>
            <a:rect l="0" t="0" r="0" b="0"/>
            <a:pathLst>
              <a:path w="317877" h="200711">
                <a:moveTo>
                  <a:pt x="34515" y="45171"/>
                </a:moveTo>
                <a:lnTo>
                  <a:pt x="0" y="28154"/>
                </a:lnTo>
                <a:lnTo>
                  <a:pt x="40506" y="45274"/>
                </a:lnTo>
                <a:lnTo>
                  <a:pt x="63843" y="47646"/>
                </a:lnTo>
                <a:lnTo>
                  <a:pt x="68314" y="41871"/>
                </a:lnTo>
                <a:lnTo>
                  <a:pt x="62592" y="24751"/>
                </a:lnTo>
                <a:lnTo>
                  <a:pt x="70639" y="12272"/>
                </a:lnTo>
                <a:lnTo>
                  <a:pt x="64916" y="5981"/>
                </a:lnTo>
                <a:lnTo>
                  <a:pt x="48196" y="5465"/>
                </a:lnTo>
                <a:lnTo>
                  <a:pt x="50699" y="0"/>
                </a:lnTo>
                <a:lnTo>
                  <a:pt x="64559" y="2784"/>
                </a:lnTo>
                <a:lnTo>
                  <a:pt x="73322" y="10725"/>
                </a:lnTo>
                <a:lnTo>
                  <a:pt x="65900" y="27536"/>
                </a:lnTo>
                <a:lnTo>
                  <a:pt x="67867" y="36096"/>
                </a:lnTo>
                <a:lnTo>
                  <a:pt x="95855" y="33827"/>
                </a:lnTo>
                <a:lnTo>
                  <a:pt x="107658" y="39808"/>
                </a:lnTo>
                <a:lnTo>
                  <a:pt x="105959" y="68789"/>
                </a:lnTo>
                <a:lnTo>
                  <a:pt x="118030" y="77865"/>
                </a:lnTo>
                <a:lnTo>
                  <a:pt x="114900" y="90758"/>
                </a:lnTo>
                <a:lnTo>
                  <a:pt x="145123" y="117884"/>
                </a:lnTo>
                <a:lnTo>
                  <a:pt x="178118" y="125619"/>
                </a:lnTo>
                <a:lnTo>
                  <a:pt x="187417" y="114686"/>
                </a:lnTo>
                <a:lnTo>
                  <a:pt x="199846" y="113758"/>
                </a:lnTo>
                <a:lnTo>
                  <a:pt x="216746" y="121390"/>
                </a:lnTo>
                <a:lnTo>
                  <a:pt x="206105" y="153777"/>
                </a:lnTo>
                <a:lnTo>
                  <a:pt x="218981" y="173478"/>
                </a:lnTo>
                <a:lnTo>
                  <a:pt x="235970" y="169971"/>
                </a:lnTo>
                <a:lnTo>
                  <a:pt x="241514" y="154087"/>
                </a:lnTo>
                <a:lnTo>
                  <a:pt x="243481" y="168218"/>
                </a:lnTo>
                <a:lnTo>
                  <a:pt x="248131" y="163267"/>
                </a:lnTo>
                <a:lnTo>
                  <a:pt x="285328" y="160791"/>
                </a:lnTo>
                <a:lnTo>
                  <a:pt x="289084" y="152436"/>
                </a:lnTo>
                <a:lnTo>
                  <a:pt x="311438" y="168321"/>
                </a:lnTo>
                <a:lnTo>
                  <a:pt x="317876" y="185031"/>
                </a:lnTo>
                <a:lnTo>
                  <a:pt x="300529" y="200710"/>
                </a:lnTo>
                <a:lnTo>
                  <a:pt x="299456" y="191117"/>
                </a:lnTo>
                <a:lnTo>
                  <a:pt x="308666" y="192767"/>
                </a:lnTo>
                <a:lnTo>
                  <a:pt x="299456" y="186991"/>
                </a:lnTo>
                <a:lnTo>
                  <a:pt x="302228" y="173891"/>
                </a:lnTo>
                <a:lnTo>
                  <a:pt x="276655" y="178533"/>
                </a:lnTo>
                <a:lnTo>
                  <a:pt x="253317" y="166258"/>
                </a:lnTo>
                <a:lnTo>
                  <a:pt x="243571" y="171518"/>
                </a:lnTo>
                <a:lnTo>
                  <a:pt x="243392" y="180080"/>
                </a:lnTo>
                <a:lnTo>
                  <a:pt x="216925" y="174200"/>
                </a:lnTo>
                <a:lnTo>
                  <a:pt x="203155" y="159141"/>
                </a:lnTo>
                <a:lnTo>
                  <a:pt x="214868" y="127682"/>
                </a:lnTo>
                <a:lnTo>
                  <a:pt x="210487" y="121184"/>
                </a:lnTo>
                <a:lnTo>
                  <a:pt x="187954" y="117987"/>
                </a:lnTo>
                <a:lnTo>
                  <a:pt x="179906" y="128610"/>
                </a:lnTo>
                <a:lnTo>
                  <a:pt x="141725" y="118193"/>
                </a:lnTo>
                <a:lnTo>
                  <a:pt x="115348" y="94677"/>
                </a:lnTo>
                <a:lnTo>
                  <a:pt x="115169" y="81269"/>
                </a:lnTo>
                <a:lnTo>
                  <a:pt x="98716" y="65695"/>
                </a:lnTo>
                <a:lnTo>
                  <a:pt x="104170" y="51875"/>
                </a:lnTo>
                <a:lnTo>
                  <a:pt x="94245" y="41974"/>
                </a:lnTo>
                <a:lnTo>
                  <a:pt x="61876" y="51566"/>
                </a:lnTo>
                <a:lnTo>
                  <a:pt x="34515" y="4517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3A8E571-9D36-7AF0-205A-55DBFDB766F6}"/>
              </a:ext>
            </a:extLst>
          </p:cNvPr>
          <p:cNvSpPr/>
          <p:nvPr/>
        </p:nvSpPr>
        <p:spPr>
          <a:xfrm>
            <a:off x="2032015" y="4677876"/>
            <a:ext cx="126526" cy="127982"/>
          </a:xfrm>
          <a:custGeom>
            <a:avLst/>
            <a:gdLst/>
            <a:ahLst/>
            <a:cxnLst/>
            <a:rect l="0" t="0" r="0" b="0"/>
            <a:pathLst>
              <a:path w="126526" h="127982">
                <a:moveTo>
                  <a:pt x="27988" y="31968"/>
                </a:moveTo>
                <a:lnTo>
                  <a:pt x="25037" y="11241"/>
                </a:lnTo>
                <a:lnTo>
                  <a:pt x="0" y="12994"/>
                </a:lnTo>
                <a:lnTo>
                  <a:pt x="26825" y="0"/>
                </a:lnTo>
                <a:lnTo>
                  <a:pt x="34426" y="42178"/>
                </a:lnTo>
                <a:lnTo>
                  <a:pt x="41579" y="51459"/>
                </a:lnTo>
                <a:lnTo>
                  <a:pt x="63128" y="58987"/>
                </a:lnTo>
                <a:lnTo>
                  <a:pt x="68493" y="85491"/>
                </a:lnTo>
                <a:lnTo>
                  <a:pt x="87628" y="124165"/>
                </a:lnTo>
                <a:lnTo>
                  <a:pt x="99610" y="114058"/>
                </a:lnTo>
                <a:lnTo>
                  <a:pt x="110698" y="123650"/>
                </a:lnTo>
                <a:lnTo>
                  <a:pt x="126525" y="121896"/>
                </a:lnTo>
                <a:lnTo>
                  <a:pt x="112397" y="127981"/>
                </a:lnTo>
                <a:lnTo>
                  <a:pt x="100236" y="117668"/>
                </a:lnTo>
                <a:lnTo>
                  <a:pt x="86108" y="126537"/>
                </a:lnTo>
                <a:lnTo>
                  <a:pt x="65453" y="80541"/>
                </a:lnTo>
                <a:lnTo>
                  <a:pt x="59641" y="80335"/>
                </a:lnTo>
                <a:lnTo>
                  <a:pt x="64291" y="75385"/>
                </a:lnTo>
                <a:lnTo>
                  <a:pt x="62145" y="66928"/>
                </a:lnTo>
                <a:lnTo>
                  <a:pt x="53650" y="57131"/>
                </a:lnTo>
                <a:lnTo>
                  <a:pt x="36482" y="53419"/>
                </a:lnTo>
                <a:lnTo>
                  <a:pt x="27988" y="3196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8C3EEED-30D4-81A5-DD2B-CD0105757DD5}"/>
              </a:ext>
            </a:extLst>
          </p:cNvPr>
          <p:cNvSpPr/>
          <p:nvPr/>
        </p:nvSpPr>
        <p:spPr>
          <a:xfrm>
            <a:off x="2221399" y="3196893"/>
            <a:ext cx="229534" cy="143658"/>
          </a:xfrm>
          <a:custGeom>
            <a:avLst/>
            <a:gdLst/>
            <a:ahLst/>
            <a:cxnLst/>
            <a:rect l="0" t="0" r="0" b="0"/>
            <a:pathLst>
              <a:path w="229534" h="143658">
                <a:moveTo>
                  <a:pt x="229533" y="0"/>
                </a:moveTo>
                <a:lnTo>
                  <a:pt x="207894" y="19050"/>
                </a:lnTo>
                <a:lnTo>
                  <a:pt x="186434" y="28215"/>
                </a:lnTo>
                <a:lnTo>
                  <a:pt x="190905" y="37380"/>
                </a:lnTo>
                <a:lnTo>
                  <a:pt x="186881" y="58387"/>
                </a:lnTo>
                <a:lnTo>
                  <a:pt x="168998" y="57666"/>
                </a:lnTo>
                <a:lnTo>
                  <a:pt x="138864" y="82073"/>
                </a:lnTo>
                <a:lnTo>
                  <a:pt x="132158" y="109775"/>
                </a:lnTo>
                <a:lnTo>
                  <a:pt x="93530" y="137581"/>
                </a:lnTo>
                <a:lnTo>
                  <a:pt x="83426" y="132225"/>
                </a:lnTo>
                <a:lnTo>
                  <a:pt x="67421" y="140258"/>
                </a:lnTo>
                <a:lnTo>
                  <a:pt x="46229" y="137169"/>
                </a:lnTo>
                <a:lnTo>
                  <a:pt x="38897" y="143657"/>
                </a:lnTo>
                <a:lnTo>
                  <a:pt x="21103" y="130886"/>
                </a:lnTo>
                <a:lnTo>
                  <a:pt x="13145" y="116778"/>
                </a:lnTo>
                <a:lnTo>
                  <a:pt x="0" y="117087"/>
                </a:lnTo>
                <a:lnTo>
                  <a:pt x="12072" y="113482"/>
                </a:lnTo>
                <a:lnTo>
                  <a:pt x="38271" y="140979"/>
                </a:lnTo>
                <a:lnTo>
                  <a:pt x="84678" y="129857"/>
                </a:lnTo>
                <a:lnTo>
                  <a:pt x="92994" y="133976"/>
                </a:lnTo>
                <a:lnTo>
                  <a:pt x="112129" y="124398"/>
                </a:lnTo>
                <a:lnTo>
                  <a:pt x="129654" y="109054"/>
                </a:lnTo>
                <a:lnTo>
                  <a:pt x="137523" y="81043"/>
                </a:lnTo>
                <a:lnTo>
                  <a:pt x="186523" y="42220"/>
                </a:lnTo>
                <a:lnTo>
                  <a:pt x="185272" y="27391"/>
                </a:lnTo>
                <a:lnTo>
                  <a:pt x="229533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4117071-68FC-2B2B-5365-092B55AEAD4D}"/>
              </a:ext>
            </a:extLst>
          </p:cNvPr>
          <p:cNvSpPr/>
          <p:nvPr/>
        </p:nvSpPr>
        <p:spPr>
          <a:xfrm>
            <a:off x="1150189" y="1974714"/>
            <a:ext cx="221039" cy="419101"/>
          </a:xfrm>
          <a:custGeom>
            <a:avLst/>
            <a:gdLst/>
            <a:ahLst/>
            <a:cxnLst/>
            <a:rect l="0" t="0" r="0" b="0"/>
            <a:pathLst>
              <a:path w="221039" h="419101">
                <a:moveTo>
                  <a:pt x="7511" y="419100"/>
                </a:moveTo>
                <a:lnTo>
                  <a:pt x="0" y="417454"/>
                </a:lnTo>
                <a:lnTo>
                  <a:pt x="8406" y="392554"/>
                </a:lnTo>
                <a:lnTo>
                  <a:pt x="29150" y="352222"/>
                </a:lnTo>
                <a:lnTo>
                  <a:pt x="29508" y="331439"/>
                </a:lnTo>
                <a:lnTo>
                  <a:pt x="41400" y="329484"/>
                </a:lnTo>
                <a:lnTo>
                  <a:pt x="58568" y="319299"/>
                </a:lnTo>
                <a:lnTo>
                  <a:pt x="66437" y="315698"/>
                </a:lnTo>
                <a:lnTo>
                  <a:pt x="81459" y="275575"/>
                </a:lnTo>
                <a:lnTo>
                  <a:pt x="83158" y="191938"/>
                </a:lnTo>
                <a:lnTo>
                  <a:pt x="92725" y="163649"/>
                </a:lnTo>
                <a:lnTo>
                  <a:pt x="84678" y="132069"/>
                </a:lnTo>
                <a:lnTo>
                  <a:pt x="89149" y="114891"/>
                </a:lnTo>
                <a:lnTo>
                  <a:pt x="83873" y="79199"/>
                </a:lnTo>
                <a:lnTo>
                  <a:pt x="79224" y="39393"/>
                </a:lnTo>
                <a:lnTo>
                  <a:pt x="92994" y="25611"/>
                </a:lnTo>
                <a:lnTo>
                  <a:pt x="96660" y="0"/>
                </a:lnTo>
                <a:lnTo>
                  <a:pt x="92994" y="27565"/>
                </a:lnTo>
                <a:lnTo>
                  <a:pt x="90937" y="45462"/>
                </a:lnTo>
                <a:lnTo>
                  <a:pt x="94961" y="98639"/>
                </a:lnTo>
                <a:lnTo>
                  <a:pt x="82532" y="120343"/>
                </a:lnTo>
                <a:lnTo>
                  <a:pt x="82800" y="155831"/>
                </a:lnTo>
                <a:lnTo>
                  <a:pt x="94693" y="171981"/>
                </a:lnTo>
                <a:lnTo>
                  <a:pt x="78329" y="264361"/>
                </a:lnTo>
                <a:lnTo>
                  <a:pt x="77614" y="296871"/>
                </a:lnTo>
                <a:lnTo>
                  <a:pt x="156569" y="260966"/>
                </a:lnTo>
                <a:lnTo>
                  <a:pt x="186613" y="235762"/>
                </a:lnTo>
                <a:lnTo>
                  <a:pt x="221038" y="175273"/>
                </a:lnTo>
                <a:lnTo>
                  <a:pt x="187239" y="236173"/>
                </a:lnTo>
                <a:lnTo>
                  <a:pt x="158178" y="263435"/>
                </a:lnTo>
                <a:lnTo>
                  <a:pt x="76630" y="299443"/>
                </a:lnTo>
                <a:lnTo>
                  <a:pt x="33085" y="352016"/>
                </a:lnTo>
                <a:lnTo>
                  <a:pt x="17973" y="41385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2E49789-817F-1A3E-2843-237D2B48ECE0}"/>
              </a:ext>
            </a:extLst>
          </p:cNvPr>
          <p:cNvSpPr/>
          <p:nvPr/>
        </p:nvSpPr>
        <p:spPr>
          <a:xfrm>
            <a:off x="2998608" y="3505548"/>
            <a:ext cx="13592" cy="27606"/>
          </a:xfrm>
          <a:custGeom>
            <a:avLst/>
            <a:gdLst/>
            <a:ahLst/>
            <a:cxnLst/>
            <a:rect l="0" t="0" r="0" b="0"/>
            <a:pathLst>
              <a:path w="13592" h="27606">
                <a:moveTo>
                  <a:pt x="5901" y="515"/>
                </a:moveTo>
                <a:lnTo>
                  <a:pt x="13591" y="21837"/>
                </a:lnTo>
                <a:lnTo>
                  <a:pt x="8763" y="27605"/>
                </a:lnTo>
                <a:lnTo>
                  <a:pt x="0" y="12154"/>
                </a:lnTo>
                <a:lnTo>
                  <a:pt x="1073" y="0"/>
                </a:lnTo>
                <a:lnTo>
                  <a:pt x="5901" y="51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6E41AD3-B993-2914-C7FC-9D8B84BDBD27}"/>
              </a:ext>
            </a:extLst>
          </p:cNvPr>
          <p:cNvSpPr/>
          <p:nvPr/>
        </p:nvSpPr>
        <p:spPr>
          <a:xfrm>
            <a:off x="2988057" y="3531505"/>
            <a:ext cx="24143" cy="121143"/>
          </a:xfrm>
          <a:custGeom>
            <a:avLst/>
            <a:gdLst/>
            <a:ahLst/>
            <a:cxnLst/>
            <a:rect l="0" t="0" r="0" b="0"/>
            <a:pathLst>
              <a:path w="24143" h="121143">
                <a:moveTo>
                  <a:pt x="20208" y="0"/>
                </a:moveTo>
                <a:lnTo>
                  <a:pt x="14038" y="14936"/>
                </a:lnTo>
                <a:lnTo>
                  <a:pt x="21639" y="31314"/>
                </a:lnTo>
                <a:lnTo>
                  <a:pt x="15648" y="59745"/>
                </a:lnTo>
                <a:lnTo>
                  <a:pt x="24142" y="74373"/>
                </a:lnTo>
                <a:lnTo>
                  <a:pt x="21728" y="121142"/>
                </a:lnTo>
                <a:lnTo>
                  <a:pt x="21460" y="67162"/>
                </a:lnTo>
                <a:lnTo>
                  <a:pt x="12786" y="66029"/>
                </a:lnTo>
                <a:lnTo>
                  <a:pt x="6617" y="85911"/>
                </a:lnTo>
                <a:lnTo>
                  <a:pt x="0" y="86116"/>
                </a:lnTo>
                <a:lnTo>
                  <a:pt x="7600" y="82408"/>
                </a:lnTo>
                <a:lnTo>
                  <a:pt x="18956" y="42542"/>
                </a:lnTo>
                <a:lnTo>
                  <a:pt x="20744" y="31521"/>
                </a:lnTo>
                <a:lnTo>
                  <a:pt x="12697" y="14421"/>
                </a:lnTo>
                <a:lnTo>
                  <a:pt x="20208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7500A31-0783-7133-CC6E-36A1A3AE91E2}"/>
              </a:ext>
            </a:extLst>
          </p:cNvPr>
          <p:cNvSpPr/>
          <p:nvPr/>
        </p:nvSpPr>
        <p:spPr>
          <a:xfrm>
            <a:off x="2319847" y="2388052"/>
            <a:ext cx="364999" cy="318295"/>
          </a:xfrm>
          <a:custGeom>
            <a:avLst/>
            <a:gdLst/>
            <a:ahLst/>
            <a:cxnLst/>
            <a:rect l="0" t="0" r="0" b="0"/>
            <a:pathLst>
              <a:path w="364999" h="318295">
                <a:moveTo>
                  <a:pt x="364998" y="318294"/>
                </a:moveTo>
                <a:lnTo>
                  <a:pt x="361243" y="290093"/>
                </a:lnTo>
                <a:lnTo>
                  <a:pt x="314836" y="229680"/>
                </a:lnTo>
                <a:lnTo>
                  <a:pt x="255731" y="194278"/>
                </a:lnTo>
                <a:lnTo>
                  <a:pt x="233198" y="183370"/>
                </a:lnTo>
                <a:lnTo>
                  <a:pt x="254748" y="185942"/>
                </a:lnTo>
                <a:lnTo>
                  <a:pt x="250635" y="218463"/>
                </a:lnTo>
                <a:lnTo>
                  <a:pt x="356862" y="206010"/>
                </a:lnTo>
                <a:lnTo>
                  <a:pt x="330752" y="191911"/>
                </a:lnTo>
                <a:lnTo>
                  <a:pt x="309918" y="164332"/>
                </a:lnTo>
                <a:lnTo>
                  <a:pt x="297489" y="139428"/>
                </a:lnTo>
                <a:lnTo>
                  <a:pt x="285686" y="105675"/>
                </a:lnTo>
                <a:lnTo>
                  <a:pt x="245627" y="100119"/>
                </a:lnTo>
                <a:lnTo>
                  <a:pt x="164705" y="104955"/>
                </a:lnTo>
                <a:lnTo>
                  <a:pt x="141099" y="115554"/>
                </a:lnTo>
                <a:lnTo>
                  <a:pt x="101220" y="127388"/>
                </a:lnTo>
                <a:lnTo>
                  <a:pt x="141457" y="114011"/>
                </a:lnTo>
                <a:lnTo>
                  <a:pt x="165152" y="103617"/>
                </a:lnTo>
                <a:lnTo>
                  <a:pt x="197432" y="64309"/>
                </a:lnTo>
                <a:lnTo>
                  <a:pt x="181963" y="36733"/>
                </a:lnTo>
                <a:lnTo>
                  <a:pt x="161665" y="15537"/>
                </a:lnTo>
                <a:lnTo>
                  <a:pt x="134930" y="3293"/>
                </a:lnTo>
                <a:lnTo>
                  <a:pt x="87360" y="8746"/>
                </a:lnTo>
                <a:lnTo>
                  <a:pt x="0" y="27575"/>
                </a:lnTo>
                <a:lnTo>
                  <a:pt x="1788" y="25929"/>
                </a:lnTo>
                <a:lnTo>
                  <a:pt x="84767" y="7511"/>
                </a:lnTo>
                <a:lnTo>
                  <a:pt x="126077" y="0"/>
                </a:lnTo>
                <a:lnTo>
                  <a:pt x="139401" y="10495"/>
                </a:lnTo>
                <a:lnTo>
                  <a:pt x="161129" y="28810"/>
                </a:lnTo>
                <a:lnTo>
                  <a:pt x="185003" y="56489"/>
                </a:lnTo>
                <a:lnTo>
                  <a:pt x="204496" y="75320"/>
                </a:lnTo>
                <a:lnTo>
                  <a:pt x="261007" y="92401"/>
                </a:lnTo>
                <a:lnTo>
                  <a:pt x="299814" y="118230"/>
                </a:lnTo>
                <a:lnTo>
                  <a:pt x="314567" y="144367"/>
                </a:lnTo>
                <a:lnTo>
                  <a:pt x="331557" y="172153"/>
                </a:lnTo>
                <a:lnTo>
                  <a:pt x="351318" y="191705"/>
                </a:lnTo>
                <a:lnTo>
                  <a:pt x="358650" y="249852"/>
                </a:lnTo>
                <a:lnTo>
                  <a:pt x="364998" y="31829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9B1FBCE-073E-F0E0-6F87-91DCFA817665}"/>
              </a:ext>
            </a:extLst>
          </p:cNvPr>
          <p:cNvSpPr/>
          <p:nvPr/>
        </p:nvSpPr>
        <p:spPr>
          <a:xfrm>
            <a:off x="2560825" y="2353172"/>
            <a:ext cx="286044" cy="263223"/>
          </a:xfrm>
          <a:custGeom>
            <a:avLst/>
            <a:gdLst/>
            <a:ahLst/>
            <a:cxnLst/>
            <a:rect l="0" t="0" r="0" b="0"/>
            <a:pathLst>
              <a:path w="286044" h="263223">
                <a:moveTo>
                  <a:pt x="284255" y="244698"/>
                </a:moveTo>
                <a:lnTo>
                  <a:pt x="286043" y="254886"/>
                </a:lnTo>
                <a:lnTo>
                  <a:pt x="271736" y="251284"/>
                </a:lnTo>
                <a:lnTo>
                  <a:pt x="260828" y="263222"/>
                </a:lnTo>
                <a:lnTo>
                  <a:pt x="263689" y="256121"/>
                </a:lnTo>
                <a:lnTo>
                  <a:pt x="248846" y="236980"/>
                </a:lnTo>
                <a:lnTo>
                  <a:pt x="201992" y="215368"/>
                </a:lnTo>
                <a:lnTo>
                  <a:pt x="194123" y="208370"/>
                </a:lnTo>
                <a:lnTo>
                  <a:pt x="193765" y="190876"/>
                </a:lnTo>
                <a:lnTo>
                  <a:pt x="172484" y="163709"/>
                </a:lnTo>
                <a:lnTo>
                  <a:pt x="152455" y="152801"/>
                </a:lnTo>
                <a:lnTo>
                  <a:pt x="132873" y="151669"/>
                </a:lnTo>
                <a:lnTo>
                  <a:pt x="113022" y="134690"/>
                </a:lnTo>
                <a:lnTo>
                  <a:pt x="102203" y="115859"/>
                </a:lnTo>
                <a:lnTo>
                  <a:pt x="106584" y="101659"/>
                </a:lnTo>
                <a:lnTo>
                  <a:pt x="85214" y="90546"/>
                </a:lnTo>
                <a:lnTo>
                  <a:pt x="88522" y="72436"/>
                </a:lnTo>
                <a:lnTo>
                  <a:pt x="76540" y="67291"/>
                </a:lnTo>
                <a:lnTo>
                  <a:pt x="60356" y="70790"/>
                </a:lnTo>
                <a:lnTo>
                  <a:pt x="41936" y="61941"/>
                </a:lnTo>
                <a:lnTo>
                  <a:pt x="33441" y="44243"/>
                </a:lnTo>
                <a:lnTo>
                  <a:pt x="1788" y="9877"/>
                </a:lnTo>
                <a:lnTo>
                  <a:pt x="0" y="0"/>
                </a:lnTo>
                <a:lnTo>
                  <a:pt x="41221" y="59369"/>
                </a:lnTo>
                <a:lnTo>
                  <a:pt x="59372" y="68938"/>
                </a:lnTo>
                <a:lnTo>
                  <a:pt x="79759" y="65542"/>
                </a:lnTo>
                <a:lnTo>
                  <a:pt x="90042" y="70687"/>
                </a:lnTo>
                <a:lnTo>
                  <a:pt x="93440" y="79742"/>
                </a:lnTo>
                <a:lnTo>
                  <a:pt x="87270" y="90031"/>
                </a:lnTo>
                <a:lnTo>
                  <a:pt x="108373" y="101042"/>
                </a:lnTo>
                <a:lnTo>
                  <a:pt x="105064" y="112772"/>
                </a:lnTo>
                <a:lnTo>
                  <a:pt x="111055" y="128516"/>
                </a:lnTo>
                <a:lnTo>
                  <a:pt x="134482" y="149817"/>
                </a:lnTo>
                <a:lnTo>
                  <a:pt x="176597" y="158255"/>
                </a:lnTo>
                <a:lnTo>
                  <a:pt x="180621" y="132014"/>
                </a:lnTo>
                <a:lnTo>
                  <a:pt x="191351" y="116785"/>
                </a:lnTo>
                <a:lnTo>
                  <a:pt x="185986" y="76449"/>
                </a:lnTo>
                <a:lnTo>
                  <a:pt x="190099" y="56385"/>
                </a:lnTo>
                <a:lnTo>
                  <a:pt x="187685" y="83035"/>
                </a:lnTo>
                <a:lnTo>
                  <a:pt x="193587" y="115756"/>
                </a:lnTo>
                <a:lnTo>
                  <a:pt x="183304" y="134484"/>
                </a:lnTo>
                <a:lnTo>
                  <a:pt x="179101" y="165046"/>
                </a:lnTo>
                <a:lnTo>
                  <a:pt x="196984" y="188200"/>
                </a:lnTo>
                <a:lnTo>
                  <a:pt x="197074" y="205798"/>
                </a:lnTo>
                <a:lnTo>
                  <a:pt x="222736" y="222778"/>
                </a:lnTo>
                <a:lnTo>
                  <a:pt x="247952" y="226380"/>
                </a:lnTo>
                <a:lnTo>
                  <a:pt x="263242" y="243875"/>
                </a:lnTo>
                <a:lnTo>
                  <a:pt x="284255" y="24469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35489D8-894C-F9E2-B15A-D25304090DBD}"/>
              </a:ext>
            </a:extLst>
          </p:cNvPr>
          <p:cNvSpPr/>
          <p:nvPr/>
        </p:nvSpPr>
        <p:spPr>
          <a:xfrm>
            <a:off x="2146737" y="5941984"/>
            <a:ext cx="162649" cy="137846"/>
          </a:xfrm>
          <a:custGeom>
            <a:avLst/>
            <a:gdLst/>
            <a:ahLst/>
            <a:cxnLst/>
            <a:rect l="0" t="0" r="0" b="0"/>
            <a:pathLst>
              <a:path w="162649" h="137846">
                <a:moveTo>
                  <a:pt x="0" y="78781"/>
                </a:moveTo>
                <a:lnTo>
                  <a:pt x="12250" y="55136"/>
                </a:lnTo>
                <a:lnTo>
                  <a:pt x="10730" y="2891"/>
                </a:lnTo>
                <a:lnTo>
                  <a:pt x="37108" y="39235"/>
                </a:lnTo>
                <a:lnTo>
                  <a:pt x="46496" y="35518"/>
                </a:lnTo>
                <a:lnTo>
                  <a:pt x="64648" y="44087"/>
                </a:lnTo>
                <a:lnTo>
                  <a:pt x="73411" y="26122"/>
                </a:lnTo>
                <a:lnTo>
                  <a:pt x="75557" y="47495"/>
                </a:lnTo>
                <a:lnTo>
                  <a:pt x="83425" y="49250"/>
                </a:lnTo>
                <a:lnTo>
                  <a:pt x="87986" y="43365"/>
                </a:lnTo>
                <a:lnTo>
                  <a:pt x="94692" y="49973"/>
                </a:lnTo>
                <a:lnTo>
                  <a:pt x="99610" y="40474"/>
                </a:lnTo>
                <a:lnTo>
                  <a:pt x="94334" y="30768"/>
                </a:lnTo>
                <a:lnTo>
                  <a:pt x="105601" y="29426"/>
                </a:lnTo>
                <a:lnTo>
                  <a:pt x="127150" y="0"/>
                </a:lnTo>
                <a:lnTo>
                  <a:pt x="154869" y="27154"/>
                </a:lnTo>
                <a:lnTo>
                  <a:pt x="162648" y="44501"/>
                </a:lnTo>
                <a:lnTo>
                  <a:pt x="153260" y="65048"/>
                </a:lnTo>
                <a:lnTo>
                  <a:pt x="117493" y="88074"/>
                </a:lnTo>
                <a:lnTo>
                  <a:pt x="115705" y="100155"/>
                </a:lnTo>
                <a:lnTo>
                  <a:pt x="120980" y="104079"/>
                </a:lnTo>
                <a:lnTo>
                  <a:pt x="79670" y="137845"/>
                </a:lnTo>
                <a:lnTo>
                  <a:pt x="55885" y="122562"/>
                </a:lnTo>
                <a:lnTo>
                  <a:pt x="52577" y="110274"/>
                </a:lnTo>
                <a:lnTo>
                  <a:pt x="44440" y="118329"/>
                </a:lnTo>
                <a:lnTo>
                  <a:pt x="28703" y="109242"/>
                </a:lnTo>
                <a:lnTo>
                  <a:pt x="15916" y="98709"/>
                </a:lnTo>
                <a:lnTo>
                  <a:pt x="11266" y="84770"/>
                </a:lnTo>
                <a:lnTo>
                  <a:pt x="0" y="7878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262D753-B429-EB3B-694B-EE0C84EF7679}"/>
              </a:ext>
            </a:extLst>
          </p:cNvPr>
          <p:cNvSpPr/>
          <p:nvPr/>
        </p:nvSpPr>
        <p:spPr>
          <a:xfrm>
            <a:off x="1673902" y="6061552"/>
            <a:ext cx="91116" cy="139927"/>
          </a:xfrm>
          <a:custGeom>
            <a:avLst/>
            <a:gdLst/>
            <a:ahLst/>
            <a:cxnLst/>
            <a:rect l="0" t="0" r="0" b="0"/>
            <a:pathLst>
              <a:path w="91116" h="139927">
                <a:moveTo>
                  <a:pt x="91115" y="0"/>
                </a:moveTo>
                <a:lnTo>
                  <a:pt x="82621" y="22304"/>
                </a:lnTo>
                <a:lnTo>
                  <a:pt x="70103" y="21891"/>
                </a:lnTo>
                <a:lnTo>
                  <a:pt x="68940" y="31288"/>
                </a:lnTo>
                <a:lnTo>
                  <a:pt x="52488" y="38929"/>
                </a:lnTo>
                <a:lnTo>
                  <a:pt x="62055" y="68153"/>
                </a:lnTo>
                <a:lnTo>
                  <a:pt x="62681" y="97068"/>
                </a:lnTo>
                <a:lnTo>
                  <a:pt x="47570" y="108015"/>
                </a:lnTo>
                <a:lnTo>
                  <a:pt x="33174" y="139926"/>
                </a:lnTo>
                <a:lnTo>
                  <a:pt x="0" y="136415"/>
                </a:lnTo>
                <a:lnTo>
                  <a:pt x="3130" y="128359"/>
                </a:lnTo>
                <a:lnTo>
                  <a:pt x="25394" y="134040"/>
                </a:lnTo>
                <a:lnTo>
                  <a:pt x="38002" y="127430"/>
                </a:lnTo>
                <a:lnTo>
                  <a:pt x="43009" y="108325"/>
                </a:lnTo>
                <a:lnTo>
                  <a:pt x="59462" y="93041"/>
                </a:lnTo>
                <a:lnTo>
                  <a:pt x="50431" y="38206"/>
                </a:lnTo>
                <a:lnTo>
                  <a:pt x="68672" y="29532"/>
                </a:lnTo>
                <a:lnTo>
                  <a:pt x="66884" y="20652"/>
                </a:lnTo>
                <a:lnTo>
                  <a:pt x="83068" y="15902"/>
                </a:lnTo>
                <a:lnTo>
                  <a:pt x="84856" y="2994"/>
                </a:lnTo>
                <a:lnTo>
                  <a:pt x="91115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7BD2FA6-8A81-8243-EA62-2E50FEC489BA}"/>
              </a:ext>
            </a:extLst>
          </p:cNvPr>
          <p:cNvSpPr/>
          <p:nvPr/>
        </p:nvSpPr>
        <p:spPr>
          <a:xfrm>
            <a:off x="732346" y="5209291"/>
            <a:ext cx="22445" cy="53447"/>
          </a:xfrm>
          <a:custGeom>
            <a:avLst/>
            <a:gdLst/>
            <a:ahLst/>
            <a:cxnLst/>
            <a:rect l="0" t="0" r="0" b="0"/>
            <a:pathLst>
              <a:path w="22445" h="53447">
                <a:moveTo>
                  <a:pt x="5276" y="0"/>
                </a:moveTo>
                <a:lnTo>
                  <a:pt x="4024" y="6294"/>
                </a:lnTo>
                <a:lnTo>
                  <a:pt x="22444" y="37350"/>
                </a:lnTo>
                <a:lnTo>
                  <a:pt x="17794" y="53446"/>
                </a:lnTo>
                <a:lnTo>
                  <a:pt x="20119" y="34564"/>
                </a:lnTo>
                <a:lnTo>
                  <a:pt x="0" y="4127"/>
                </a:lnTo>
                <a:lnTo>
                  <a:pt x="5276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42BBA9A-7B92-34CC-9562-F4381FEB03EB}"/>
              </a:ext>
            </a:extLst>
          </p:cNvPr>
          <p:cNvSpPr/>
          <p:nvPr/>
        </p:nvSpPr>
        <p:spPr>
          <a:xfrm>
            <a:off x="859049" y="5183498"/>
            <a:ext cx="137703" cy="220398"/>
          </a:xfrm>
          <a:custGeom>
            <a:avLst/>
            <a:gdLst/>
            <a:ahLst/>
            <a:cxnLst/>
            <a:rect l="0" t="0" r="0" b="0"/>
            <a:pathLst>
              <a:path w="137703" h="220398">
                <a:moveTo>
                  <a:pt x="3219" y="0"/>
                </a:moveTo>
                <a:lnTo>
                  <a:pt x="2683" y="14753"/>
                </a:lnTo>
                <a:lnTo>
                  <a:pt x="17973" y="31880"/>
                </a:lnTo>
                <a:lnTo>
                  <a:pt x="56959" y="42920"/>
                </a:lnTo>
                <a:lnTo>
                  <a:pt x="63575" y="59222"/>
                </a:lnTo>
                <a:lnTo>
                  <a:pt x="101309" y="72016"/>
                </a:lnTo>
                <a:lnTo>
                  <a:pt x="119729" y="64277"/>
                </a:lnTo>
                <a:lnTo>
                  <a:pt x="114006" y="55920"/>
                </a:lnTo>
                <a:lnTo>
                  <a:pt x="121160" y="55611"/>
                </a:lnTo>
                <a:lnTo>
                  <a:pt x="137702" y="98843"/>
                </a:lnTo>
                <a:lnTo>
                  <a:pt x="120176" y="125670"/>
                </a:lnTo>
                <a:lnTo>
                  <a:pt x="68493" y="140322"/>
                </a:lnTo>
                <a:lnTo>
                  <a:pt x="58568" y="149712"/>
                </a:lnTo>
                <a:lnTo>
                  <a:pt x="41847" y="145998"/>
                </a:lnTo>
                <a:lnTo>
                  <a:pt x="36482" y="160134"/>
                </a:lnTo>
                <a:lnTo>
                  <a:pt x="21550" y="165603"/>
                </a:lnTo>
                <a:lnTo>
                  <a:pt x="26736" y="187789"/>
                </a:lnTo>
                <a:lnTo>
                  <a:pt x="20566" y="220397"/>
                </a:lnTo>
                <a:lnTo>
                  <a:pt x="14486" y="215134"/>
                </a:lnTo>
                <a:lnTo>
                  <a:pt x="23964" y="184384"/>
                </a:lnTo>
                <a:lnTo>
                  <a:pt x="16095" y="170143"/>
                </a:lnTo>
                <a:lnTo>
                  <a:pt x="21907" y="158277"/>
                </a:lnTo>
                <a:lnTo>
                  <a:pt x="36035" y="157967"/>
                </a:lnTo>
                <a:lnTo>
                  <a:pt x="41579" y="141973"/>
                </a:lnTo>
                <a:lnTo>
                  <a:pt x="59731" y="142180"/>
                </a:lnTo>
                <a:lnTo>
                  <a:pt x="71712" y="123297"/>
                </a:lnTo>
                <a:lnTo>
                  <a:pt x="70371" y="135266"/>
                </a:lnTo>
                <a:lnTo>
                  <a:pt x="119640" y="122368"/>
                </a:lnTo>
                <a:lnTo>
                  <a:pt x="133678" y="104724"/>
                </a:lnTo>
                <a:lnTo>
                  <a:pt x="134304" y="95128"/>
                </a:lnTo>
                <a:lnTo>
                  <a:pt x="119371" y="67682"/>
                </a:lnTo>
                <a:lnTo>
                  <a:pt x="102114" y="74183"/>
                </a:lnTo>
                <a:lnTo>
                  <a:pt x="74484" y="69436"/>
                </a:lnTo>
                <a:lnTo>
                  <a:pt x="55617" y="59222"/>
                </a:lnTo>
                <a:lnTo>
                  <a:pt x="51325" y="44571"/>
                </a:lnTo>
                <a:lnTo>
                  <a:pt x="14396" y="32087"/>
                </a:lnTo>
                <a:lnTo>
                  <a:pt x="0" y="14650"/>
                </a:lnTo>
                <a:lnTo>
                  <a:pt x="3219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731BBDC-BCCD-6E96-50FA-36C68E8D0670}"/>
              </a:ext>
            </a:extLst>
          </p:cNvPr>
          <p:cNvSpPr/>
          <p:nvPr/>
        </p:nvSpPr>
        <p:spPr>
          <a:xfrm>
            <a:off x="508000" y="4930863"/>
            <a:ext cx="1636502" cy="1131722"/>
          </a:xfrm>
          <a:custGeom>
            <a:avLst/>
            <a:gdLst/>
            <a:ahLst/>
            <a:cxnLst/>
            <a:rect l="0" t="0" r="0" b="0"/>
            <a:pathLst>
              <a:path w="1636502" h="1131722">
                <a:moveTo>
                  <a:pt x="665170" y="774298"/>
                </a:moveTo>
                <a:lnTo>
                  <a:pt x="496530" y="679027"/>
                </a:lnTo>
                <a:lnTo>
                  <a:pt x="337637" y="679440"/>
                </a:lnTo>
                <a:lnTo>
                  <a:pt x="473192" y="622364"/>
                </a:lnTo>
                <a:lnTo>
                  <a:pt x="375192" y="518645"/>
                </a:lnTo>
                <a:lnTo>
                  <a:pt x="262795" y="335794"/>
                </a:lnTo>
                <a:lnTo>
                  <a:pt x="98448" y="309174"/>
                </a:lnTo>
                <a:lnTo>
                  <a:pt x="0" y="118521"/>
                </a:lnTo>
                <a:lnTo>
                  <a:pt x="0" y="146064"/>
                </a:lnTo>
                <a:lnTo>
                  <a:pt x="0" y="162467"/>
                </a:lnTo>
                <a:lnTo>
                  <a:pt x="0" y="179798"/>
                </a:lnTo>
                <a:lnTo>
                  <a:pt x="0" y="96858"/>
                </a:lnTo>
                <a:lnTo>
                  <a:pt x="0" y="112331"/>
                </a:lnTo>
                <a:lnTo>
                  <a:pt x="0" y="22485"/>
                </a:lnTo>
                <a:lnTo>
                  <a:pt x="0" y="77980"/>
                </a:lnTo>
                <a:lnTo>
                  <a:pt x="0" y="0"/>
                </a:lnTo>
                <a:lnTo>
                  <a:pt x="0" y="146477"/>
                </a:lnTo>
                <a:lnTo>
                  <a:pt x="0" y="115529"/>
                </a:lnTo>
                <a:lnTo>
                  <a:pt x="72427" y="148644"/>
                </a:lnTo>
                <a:lnTo>
                  <a:pt x="118566" y="307420"/>
                </a:lnTo>
                <a:lnTo>
                  <a:pt x="276565" y="408848"/>
                </a:lnTo>
                <a:lnTo>
                  <a:pt x="411674" y="503475"/>
                </a:lnTo>
                <a:lnTo>
                  <a:pt x="526216" y="653843"/>
                </a:lnTo>
                <a:lnTo>
                  <a:pt x="675095" y="728778"/>
                </a:lnTo>
                <a:lnTo>
                  <a:pt x="862512" y="791227"/>
                </a:lnTo>
                <a:lnTo>
                  <a:pt x="1062894" y="890122"/>
                </a:lnTo>
                <a:lnTo>
                  <a:pt x="1169836" y="981696"/>
                </a:lnTo>
                <a:lnTo>
                  <a:pt x="1205245" y="1110450"/>
                </a:lnTo>
                <a:lnTo>
                  <a:pt x="1350547" y="1106836"/>
                </a:lnTo>
                <a:lnTo>
                  <a:pt x="1439070" y="1067805"/>
                </a:lnTo>
                <a:lnTo>
                  <a:pt x="1571406" y="1043541"/>
                </a:lnTo>
                <a:lnTo>
                  <a:pt x="1636501" y="1081022"/>
                </a:lnTo>
                <a:lnTo>
                  <a:pt x="1467594" y="1128520"/>
                </a:lnTo>
                <a:lnTo>
                  <a:pt x="1199880" y="1131721"/>
                </a:lnTo>
                <a:lnTo>
                  <a:pt x="1115114" y="994189"/>
                </a:lnTo>
                <a:lnTo>
                  <a:pt x="987606" y="987271"/>
                </a:lnTo>
                <a:lnTo>
                  <a:pt x="1074965" y="950000"/>
                </a:lnTo>
                <a:lnTo>
                  <a:pt x="1006115" y="876185"/>
                </a:lnTo>
                <a:lnTo>
                  <a:pt x="806001" y="83169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498AA05-37FC-E8A5-F46C-F7AC2C3581FB}"/>
              </a:ext>
            </a:extLst>
          </p:cNvPr>
          <p:cNvSpPr/>
          <p:nvPr/>
        </p:nvSpPr>
        <p:spPr>
          <a:xfrm>
            <a:off x="2220058" y="3913315"/>
            <a:ext cx="339426" cy="146231"/>
          </a:xfrm>
          <a:custGeom>
            <a:avLst/>
            <a:gdLst/>
            <a:ahLst/>
            <a:cxnLst/>
            <a:rect l="0" t="0" r="0" b="0"/>
            <a:pathLst>
              <a:path w="339426" h="146231">
                <a:moveTo>
                  <a:pt x="339425" y="9996"/>
                </a:moveTo>
                <a:lnTo>
                  <a:pt x="286312" y="26998"/>
                </a:lnTo>
                <a:lnTo>
                  <a:pt x="256894" y="20300"/>
                </a:lnTo>
                <a:lnTo>
                  <a:pt x="242587" y="29987"/>
                </a:lnTo>
                <a:lnTo>
                  <a:pt x="229085" y="29059"/>
                </a:lnTo>
                <a:lnTo>
                  <a:pt x="232573" y="41013"/>
                </a:lnTo>
                <a:lnTo>
                  <a:pt x="223899" y="48639"/>
                </a:lnTo>
                <a:lnTo>
                  <a:pt x="187596" y="57913"/>
                </a:lnTo>
                <a:lnTo>
                  <a:pt x="172127" y="70588"/>
                </a:lnTo>
                <a:lnTo>
                  <a:pt x="185271" y="75535"/>
                </a:lnTo>
                <a:lnTo>
                  <a:pt x="176777" y="85325"/>
                </a:lnTo>
                <a:lnTo>
                  <a:pt x="144587" y="90168"/>
                </a:lnTo>
                <a:lnTo>
                  <a:pt x="127419" y="110470"/>
                </a:lnTo>
                <a:lnTo>
                  <a:pt x="72517" y="130566"/>
                </a:lnTo>
                <a:lnTo>
                  <a:pt x="58300" y="146230"/>
                </a:lnTo>
                <a:lnTo>
                  <a:pt x="34873" y="127886"/>
                </a:lnTo>
                <a:lnTo>
                  <a:pt x="0" y="130668"/>
                </a:lnTo>
                <a:lnTo>
                  <a:pt x="33174" y="125516"/>
                </a:lnTo>
                <a:lnTo>
                  <a:pt x="57137" y="143757"/>
                </a:lnTo>
                <a:lnTo>
                  <a:pt x="69477" y="130668"/>
                </a:lnTo>
                <a:lnTo>
                  <a:pt x="88433" y="126752"/>
                </a:lnTo>
                <a:lnTo>
                  <a:pt x="112039" y="110160"/>
                </a:lnTo>
                <a:lnTo>
                  <a:pt x="102919" y="102019"/>
                </a:lnTo>
                <a:lnTo>
                  <a:pt x="121070" y="109542"/>
                </a:lnTo>
                <a:lnTo>
                  <a:pt x="149862" y="85015"/>
                </a:lnTo>
                <a:lnTo>
                  <a:pt x="176151" y="82233"/>
                </a:lnTo>
                <a:lnTo>
                  <a:pt x="180175" y="75225"/>
                </a:lnTo>
                <a:lnTo>
                  <a:pt x="169802" y="68733"/>
                </a:lnTo>
                <a:lnTo>
                  <a:pt x="188133" y="54615"/>
                </a:lnTo>
                <a:lnTo>
                  <a:pt x="196180" y="56676"/>
                </a:lnTo>
                <a:lnTo>
                  <a:pt x="216925" y="44516"/>
                </a:lnTo>
                <a:lnTo>
                  <a:pt x="223631" y="35448"/>
                </a:lnTo>
                <a:lnTo>
                  <a:pt x="217640" y="24422"/>
                </a:lnTo>
                <a:lnTo>
                  <a:pt x="210755" y="32975"/>
                </a:lnTo>
                <a:lnTo>
                  <a:pt x="217998" y="19991"/>
                </a:lnTo>
                <a:lnTo>
                  <a:pt x="228638" y="20094"/>
                </a:lnTo>
                <a:lnTo>
                  <a:pt x="227386" y="15148"/>
                </a:lnTo>
                <a:lnTo>
                  <a:pt x="249562" y="0"/>
                </a:lnTo>
                <a:lnTo>
                  <a:pt x="269055" y="413"/>
                </a:lnTo>
                <a:lnTo>
                  <a:pt x="283004" y="12675"/>
                </a:lnTo>
                <a:lnTo>
                  <a:pt x="278712" y="3607"/>
                </a:lnTo>
                <a:lnTo>
                  <a:pt x="294628" y="619"/>
                </a:lnTo>
                <a:lnTo>
                  <a:pt x="318412" y="12675"/>
                </a:lnTo>
                <a:lnTo>
                  <a:pt x="339425" y="999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DE7E6AC-7FEB-F856-83CE-C849FF3A5630}"/>
              </a:ext>
            </a:extLst>
          </p:cNvPr>
          <p:cNvSpPr/>
          <p:nvPr/>
        </p:nvSpPr>
        <p:spPr>
          <a:xfrm>
            <a:off x="2311621" y="1547971"/>
            <a:ext cx="1656531" cy="814668"/>
          </a:xfrm>
          <a:custGeom>
            <a:avLst/>
            <a:gdLst/>
            <a:ahLst/>
            <a:cxnLst/>
            <a:rect l="0" t="0" r="0" b="0"/>
            <a:pathLst>
              <a:path w="1656531" h="814668">
                <a:moveTo>
                  <a:pt x="794019" y="0"/>
                </a:moveTo>
                <a:lnTo>
                  <a:pt x="841499" y="87185"/>
                </a:lnTo>
                <a:lnTo>
                  <a:pt x="1080777" y="386632"/>
                </a:lnTo>
                <a:lnTo>
                  <a:pt x="1154904" y="341895"/>
                </a:lnTo>
                <a:lnTo>
                  <a:pt x="1179314" y="378096"/>
                </a:lnTo>
                <a:lnTo>
                  <a:pt x="995295" y="668471"/>
                </a:lnTo>
                <a:lnTo>
                  <a:pt x="1181639" y="785138"/>
                </a:lnTo>
                <a:lnTo>
                  <a:pt x="1328372" y="762297"/>
                </a:lnTo>
                <a:lnTo>
                  <a:pt x="1347865" y="565396"/>
                </a:lnTo>
                <a:lnTo>
                  <a:pt x="1356627" y="742030"/>
                </a:lnTo>
                <a:lnTo>
                  <a:pt x="1464911" y="707873"/>
                </a:lnTo>
                <a:lnTo>
                  <a:pt x="1519365" y="725671"/>
                </a:lnTo>
                <a:lnTo>
                  <a:pt x="1656530" y="732976"/>
                </a:lnTo>
                <a:lnTo>
                  <a:pt x="1434062" y="793678"/>
                </a:lnTo>
                <a:lnTo>
                  <a:pt x="1339996" y="814667"/>
                </a:lnTo>
                <a:lnTo>
                  <a:pt x="1112163" y="809831"/>
                </a:lnTo>
                <a:lnTo>
                  <a:pt x="988052" y="701186"/>
                </a:lnTo>
                <a:lnTo>
                  <a:pt x="959260" y="641107"/>
                </a:lnTo>
                <a:lnTo>
                  <a:pt x="684036" y="704067"/>
                </a:lnTo>
                <a:lnTo>
                  <a:pt x="956399" y="625470"/>
                </a:lnTo>
                <a:lnTo>
                  <a:pt x="764422" y="665488"/>
                </a:lnTo>
                <a:lnTo>
                  <a:pt x="457902" y="687503"/>
                </a:lnTo>
                <a:lnTo>
                  <a:pt x="87449" y="690590"/>
                </a:lnTo>
                <a:lnTo>
                  <a:pt x="17257" y="683388"/>
                </a:lnTo>
                <a:lnTo>
                  <a:pt x="121427" y="655921"/>
                </a:lnTo>
                <a:lnTo>
                  <a:pt x="490718" y="651291"/>
                </a:lnTo>
                <a:lnTo>
                  <a:pt x="361421" y="462742"/>
                </a:lnTo>
                <a:lnTo>
                  <a:pt x="0" y="457291"/>
                </a:lnTo>
                <a:lnTo>
                  <a:pt x="321363" y="461405"/>
                </a:lnTo>
                <a:lnTo>
                  <a:pt x="633427" y="593478"/>
                </a:lnTo>
                <a:lnTo>
                  <a:pt x="882273" y="601296"/>
                </a:lnTo>
                <a:lnTo>
                  <a:pt x="975981" y="468810"/>
                </a:lnTo>
                <a:lnTo>
                  <a:pt x="839442" y="228363"/>
                </a:lnTo>
                <a:lnTo>
                  <a:pt x="514502" y="283996"/>
                </a:lnTo>
                <a:lnTo>
                  <a:pt x="375460" y="236178"/>
                </a:lnTo>
                <a:lnTo>
                  <a:pt x="405414" y="132940"/>
                </a:lnTo>
                <a:lnTo>
                  <a:pt x="241246" y="151345"/>
                </a:lnTo>
                <a:lnTo>
                  <a:pt x="303390" y="119676"/>
                </a:lnTo>
                <a:lnTo>
                  <a:pt x="629224" y="314333"/>
                </a:lnTo>
                <a:lnTo>
                  <a:pt x="766210" y="8883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631F855-4C45-5058-E043-D5E5107C32A4}"/>
              </a:ext>
            </a:extLst>
          </p:cNvPr>
          <p:cNvSpPr/>
          <p:nvPr/>
        </p:nvSpPr>
        <p:spPr>
          <a:xfrm>
            <a:off x="613333" y="4209404"/>
            <a:ext cx="91384" cy="287822"/>
          </a:xfrm>
          <a:custGeom>
            <a:avLst/>
            <a:gdLst/>
            <a:ahLst/>
            <a:cxnLst/>
            <a:rect l="0" t="0" r="0" b="0"/>
            <a:pathLst>
              <a:path w="91384" h="287822">
                <a:moveTo>
                  <a:pt x="59372" y="287821"/>
                </a:moveTo>
                <a:lnTo>
                  <a:pt x="53560" y="276171"/>
                </a:lnTo>
                <a:lnTo>
                  <a:pt x="63217" y="257612"/>
                </a:lnTo>
                <a:lnTo>
                  <a:pt x="55974" y="236993"/>
                </a:lnTo>
                <a:lnTo>
                  <a:pt x="73142" y="226683"/>
                </a:lnTo>
                <a:lnTo>
                  <a:pt x="74126" y="209466"/>
                </a:lnTo>
                <a:lnTo>
                  <a:pt x="69208" y="205033"/>
                </a:lnTo>
                <a:lnTo>
                  <a:pt x="76540" y="186270"/>
                </a:lnTo>
                <a:lnTo>
                  <a:pt x="75110" y="170910"/>
                </a:lnTo>
                <a:lnTo>
                  <a:pt x="53292" y="165240"/>
                </a:lnTo>
                <a:lnTo>
                  <a:pt x="15200" y="176374"/>
                </a:lnTo>
                <a:lnTo>
                  <a:pt x="0" y="169673"/>
                </a:lnTo>
                <a:lnTo>
                  <a:pt x="19045" y="175033"/>
                </a:lnTo>
                <a:lnTo>
                  <a:pt x="53381" y="163384"/>
                </a:lnTo>
                <a:lnTo>
                  <a:pt x="76183" y="169260"/>
                </a:lnTo>
                <a:lnTo>
                  <a:pt x="77256" y="161838"/>
                </a:lnTo>
                <a:lnTo>
                  <a:pt x="90132" y="152766"/>
                </a:lnTo>
                <a:lnTo>
                  <a:pt x="81190" y="136890"/>
                </a:lnTo>
                <a:lnTo>
                  <a:pt x="84767" y="125345"/>
                </a:lnTo>
                <a:lnTo>
                  <a:pt x="72338" y="89162"/>
                </a:lnTo>
                <a:lnTo>
                  <a:pt x="71622" y="66175"/>
                </a:lnTo>
                <a:lnTo>
                  <a:pt x="46764" y="42879"/>
                </a:lnTo>
                <a:lnTo>
                  <a:pt x="35677" y="41436"/>
                </a:lnTo>
                <a:lnTo>
                  <a:pt x="22264" y="0"/>
                </a:lnTo>
                <a:lnTo>
                  <a:pt x="36839" y="28345"/>
                </a:lnTo>
                <a:lnTo>
                  <a:pt x="36035" y="38653"/>
                </a:lnTo>
                <a:lnTo>
                  <a:pt x="47569" y="40096"/>
                </a:lnTo>
                <a:lnTo>
                  <a:pt x="71891" y="63082"/>
                </a:lnTo>
                <a:lnTo>
                  <a:pt x="74841" y="91430"/>
                </a:lnTo>
                <a:lnTo>
                  <a:pt x="85482" y="119984"/>
                </a:lnTo>
                <a:lnTo>
                  <a:pt x="82710" y="137509"/>
                </a:lnTo>
                <a:lnTo>
                  <a:pt x="91383" y="148436"/>
                </a:lnTo>
                <a:lnTo>
                  <a:pt x="90757" y="157302"/>
                </a:lnTo>
                <a:lnTo>
                  <a:pt x="79849" y="161941"/>
                </a:lnTo>
                <a:lnTo>
                  <a:pt x="76004" y="172353"/>
                </a:lnTo>
                <a:lnTo>
                  <a:pt x="76093" y="226168"/>
                </a:lnTo>
                <a:lnTo>
                  <a:pt x="59909" y="234106"/>
                </a:lnTo>
                <a:lnTo>
                  <a:pt x="67420" y="259056"/>
                </a:lnTo>
                <a:lnTo>
                  <a:pt x="55974" y="275758"/>
                </a:lnTo>
                <a:lnTo>
                  <a:pt x="59372" y="28782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002BC19-081A-1FA4-1891-F4E2C896FA49}"/>
              </a:ext>
            </a:extLst>
          </p:cNvPr>
          <p:cNvSpPr/>
          <p:nvPr/>
        </p:nvSpPr>
        <p:spPr>
          <a:xfrm>
            <a:off x="522486" y="2681644"/>
            <a:ext cx="614739" cy="714727"/>
          </a:xfrm>
          <a:custGeom>
            <a:avLst/>
            <a:gdLst/>
            <a:ahLst/>
            <a:cxnLst/>
            <a:rect l="0" t="0" r="0" b="0"/>
            <a:pathLst>
              <a:path w="614739" h="714727">
                <a:moveTo>
                  <a:pt x="526752" y="183525"/>
                </a:moveTo>
                <a:lnTo>
                  <a:pt x="360527" y="251159"/>
                </a:lnTo>
                <a:lnTo>
                  <a:pt x="146732" y="176011"/>
                </a:lnTo>
                <a:lnTo>
                  <a:pt x="292928" y="202363"/>
                </a:lnTo>
                <a:lnTo>
                  <a:pt x="336295" y="201643"/>
                </a:lnTo>
                <a:lnTo>
                  <a:pt x="408097" y="239629"/>
                </a:lnTo>
                <a:lnTo>
                  <a:pt x="362405" y="144512"/>
                </a:lnTo>
                <a:lnTo>
                  <a:pt x="494473" y="188569"/>
                </a:lnTo>
                <a:lnTo>
                  <a:pt x="467559" y="153570"/>
                </a:lnTo>
                <a:lnTo>
                  <a:pt x="428305" y="75444"/>
                </a:lnTo>
                <a:lnTo>
                  <a:pt x="459958" y="31289"/>
                </a:lnTo>
                <a:lnTo>
                  <a:pt x="422403" y="0"/>
                </a:lnTo>
                <a:lnTo>
                  <a:pt x="393969" y="14512"/>
                </a:lnTo>
                <a:lnTo>
                  <a:pt x="595961" y="309"/>
                </a:lnTo>
                <a:lnTo>
                  <a:pt x="557959" y="211731"/>
                </a:lnTo>
                <a:lnTo>
                  <a:pt x="614738" y="373157"/>
                </a:lnTo>
                <a:lnTo>
                  <a:pt x="559568" y="350712"/>
                </a:lnTo>
                <a:lnTo>
                  <a:pt x="356056" y="445951"/>
                </a:lnTo>
                <a:lnTo>
                  <a:pt x="339067" y="642119"/>
                </a:lnTo>
                <a:lnTo>
                  <a:pt x="364730" y="464382"/>
                </a:lnTo>
                <a:lnTo>
                  <a:pt x="271557" y="542537"/>
                </a:lnTo>
                <a:lnTo>
                  <a:pt x="199398" y="714726"/>
                </a:lnTo>
                <a:lnTo>
                  <a:pt x="226670" y="605354"/>
                </a:lnTo>
                <a:lnTo>
                  <a:pt x="332092" y="435964"/>
                </a:lnTo>
                <a:lnTo>
                  <a:pt x="205389" y="430197"/>
                </a:lnTo>
                <a:lnTo>
                  <a:pt x="158088" y="629864"/>
                </a:lnTo>
                <a:lnTo>
                  <a:pt x="168907" y="532240"/>
                </a:lnTo>
                <a:lnTo>
                  <a:pt x="61518" y="545009"/>
                </a:lnTo>
                <a:lnTo>
                  <a:pt x="175703" y="479724"/>
                </a:lnTo>
                <a:lnTo>
                  <a:pt x="23337" y="506188"/>
                </a:lnTo>
                <a:lnTo>
                  <a:pt x="0" y="421240"/>
                </a:lnTo>
                <a:lnTo>
                  <a:pt x="48732" y="370583"/>
                </a:lnTo>
                <a:lnTo>
                  <a:pt x="153081" y="478798"/>
                </a:lnTo>
                <a:lnTo>
                  <a:pt x="199577" y="375319"/>
                </a:lnTo>
                <a:lnTo>
                  <a:pt x="96212" y="289558"/>
                </a:lnTo>
                <a:lnTo>
                  <a:pt x="209413" y="404972"/>
                </a:lnTo>
                <a:lnTo>
                  <a:pt x="262258" y="388910"/>
                </a:lnTo>
                <a:lnTo>
                  <a:pt x="398708" y="374804"/>
                </a:lnTo>
                <a:lnTo>
                  <a:pt x="526752" y="18352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94BC41F-E7A5-DAE4-CC27-6212B8574C5E}"/>
              </a:ext>
            </a:extLst>
          </p:cNvPr>
          <p:cNvSpPr/>
          <p:nvPr/>
        </p:nvSpPr>
        <p:spPr>
          <a:xfrm>
            <a:off x="2344705" y="5297612"/>
            <a:ext cx="54813" cy="178213"/>
          </a:xfrm>
          <a:custGeom>
            <a:avLst/>
            <a:gdLst/>
            <a:ahLst/>
            <a:cxnLst/>
            <a:rect l="0" t="0" r="0" b="0"/>
            <a:pathLst>
              <a:path w="54813" h="178213">
                <a:moveTo>
                  <a:pt x="25484" y="20740"/>
                </a:moveTo>
                <a:lnTo>
                  <a:pt x="26020" y="31574"/>
                </a:lnTo>
                <a:lnTo>
                  <a:pt x="49716" y="51592"/>
                </a:lnTo>
                <a:lnTo>
                  <a:pt x="54812" y="79969"/>
                </a:lnTo>
                <a:lnTo>
                  <a:pt x="29060" y="117325"/>
                </a:lnTo>
                <a:lnTo>
                  <a:pt x="20029" y="155095"/>
                </a:lnTo>
                <a:lnTo>
                  <a:pt x="12071" y="155921"/>
                </a:lnTo>
                <a:lnTo>
                  <a:pt x="0" y="178212"/>
                </a:lnTo>
                <a:lnTo>
                  <a:pt x="2772" y="152722"/>
                </a:lnTo>
                <a:lnTo>
                  <a:pt x="18062" y="151483"/>
                </a:lnTo>
                <a:lnTo>
                  <a:pt x="23785" y="123311"/>
                </a:lnTo>
                <a:lnTo>
                  <a:pt x="52219" y="80692"/>
                </a:lnTo>
                <a:lnTo>
                  <a:pt x="48374" y="78318"/>
                </a:lnTo>
                <a:lnTo>
                  <a:pt x="53650" y="65523"/>
                </a:lnTo>
                <a:lnTo>
                  <a:pt x="42383" y="61705"/>
                </a:lnTo>
                <a:lnTo>
                  <a:pt x="22175" y="31058"/>
                </a:lnTo>
                <a:lnTo>
                  <a:pt x="23964" y="22700"/>
                </a:lnTo>
                <a:lnTo>
                  <a:pt x="10551" y="14549"/>
                </a:lnTo>
                <a:lnTo>
                  <a:pt x="3219" y="0"/>
                </a:lnTo>
                <a:lnTo>
                  <a:pt x="9299" y="928"/>
                </a:lnTo>
                <a:lnTo>
                  <a:pt x="11624" y="13517"/>
                </a:lnTo>
                <a:lnTo>
                  <a:pt x="25484" y="2074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F20F274-2DAE-6D3D-1EAA-082EA4980A83}"/>
              </a:ext>
            </a:extLst>
          </p:cNvPr>
          <p:cNvSpPr/>
          <p:nvPr/>
        </p:nvSpPr>
        <p:spPr>
          <a:xfrm>
            <a:off x="2343542" y="5406579"/>
            <a:ext cx="11447" cy="42827"/>
          </a:xfrm>
          <a:custGeom>
            <a:avLst/>
            <a:gdLst/>
            <a:ahLst/>
            <a:cxnLst/>
            <a:rect l="0" t="0" r="0" b="0"/>
            <a:pathLst>
              <a:path w="11447" h="42827">
                <a:moveTo>
                  <a:pt x="7243" y="42310"/>
                </a:moveTo>
                <a:lnTo>
                  <a:pt x="3488" y="42826"/>
                </a:lnTo>
                <a:lnTo>
                  <a:pt x="0" y="16304"/>
                </a:lnTo>
                <a:lnTo>
                  <a:pt x="11446" y="0"/>
                </a:lnTo>
                <a:lnTo>
                  <a:pt x="4292" y="16201"/>
                </a:lnTo>
                <a:lnTo>
                  <a:pt x="7243" y="4231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1C32FE0-C082-BFEB-FD69-D4BB59C2E9CC}"/>
              </a:ext>
            </a:extLst>
          </p:cNvPr>
          <p:cNvSpPr/>
          <p:nvPr/>
        </p:nvSpPr>
        <p:spPr>
          <a:xfrm>
            <a:off x="2383780" y="5295961"/>
            <a:ext cx="15291" cy="53244"/>
          </a:xfrm>
          <a:custGeom>
            <a:avLst/>
            <a:gdLst/>
            <a:ahLst/>
            <a:cxnLst/>
            <a:rect l="0" t="0" r="0" b="0"/>
            <a:pathLst>
              <a:path w="15291" h="53244">
                <a:moveTo>
                  <a:pt x="10641" y="53243"/>
                </a:moveTo>
                <a:lnTo>
                  <a:pt x="0" y="41686"/>
                </a:lnTo>
                <a:lnTo>
                  <a:pt x="13949" y="23835"/>
                </a:lnTo>
                <a:lnTo>
                  <a:pt x="15290" y="0"/>
                </a:lnTo>
                <a:lnTo>
                  <a:pt x="10641" y="5324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6C47C59-493F-8B17-177F-45E769EBD36D}"/>
              </a:ext>
            </a:extLst>
          </p:cNvPr>
          <p:cNvSpPr/>
          <p:nvPr/>
        </p:nvSpPr>
        <p:spPr>
          <a:xfrm>
            <a:off x="760959" y="3189479"/>
            <a:ext cx="1084177" cy="605035"/>
          </a:xfrm>
          <a:custGeom>
            <a:avLst/>
            <a:gdLst/>
            <a:ahLst/>
            <a:cxnLst/>
            <a:rect l="0" t="0" r="0" b="0"/>
            <a:pathLst>
              <a:path w="1084177" h="605035">
                <a:moveTo>
                  <a:pt x="1084176" y="197519"/>
                </a:moveTo>
                <a:lnTo>
                  <a:pt x="944150" y="290628"/>
                </a:lnTo>
                <a:lnTo>
                  <a:pt x="780517" y="317202"/>
                </a:lnTo>
                <a:lnTo>
                  <a:pt x="694856" y="499431"/>
                </a:lnTo>
                <a:lnTo>
                  <a:pt x="755212" y="340584"/>
                </a:lnTo>
                <a:lnTo>
                  <a:pt x="619299" y="448643"/>
                </a:lnTo>
                <a:lnTo>
                  <a:pt x="625737" y="430924"/>
                </a:lnTo>
                <a:lnTo>
                  <a:pt x="441629" y="447406"/>
                </a:lnTo>
                <a:lnTo>
                  <a:pt x="291230" y="605034"/>
                </a:lnTo>
                <a:lnTo>
                  <a:pt x="378948" y="502316"/>
                </a:lnTo>
                <a:lnTo>
                  <a:pt x="546693" y="418768"/>
                </a:lnTo>
                <a:lnTo>
                  <a:pt x="380557" y="394663"/>
                </a:lnTo>
                <a:lnTo>
                  <a:pt x="183215" y="529411"/>
                </a:lnTo>
                <a:lnTo>
                  <a:pt x="39701" y="504891"/>
                </a:lnTo>
                <a:lnTo>
                  <a:pt x="81369" y="542186"/>
                </a:lnTo>
                <a:lnTo>
                  <a:pt x="241872" y="497989"/>
                </a:lnTo>
                <a:lnTo>
                  <a:pt x="454952" y="368293"/>
                </a:lnTo>
                <a:lnTo>
                  <a:pt x="625469" y="417017"/>
                </a:lnTo>
                <a:lnTo>
                  <a:pt x="545173" y="279091"/>
                </a:lnTo>
                <a:lnTo>
                  <a:pt x="658017" y="332859"/>
                </a:lnTo>
                <a:lnTo>
                  <a:pt x="891125" y="297941"/>
                </a:lnTo>
                <a:lnTo>
                  <a:pt x="787045" y="265186"/>
                </a:lnTo>
                <a:lnTo>
                  <a:pt x="671071" y="189177"/>
                </a:lnTo>
                <a:lnTo>
                  <a:pt x="504041" y="45721"/>
                </a:lnTo>
                <a:lnTo>
                  <a:pt x="376623" y="174758"/>
                </a:lnTo>
                <a:lnTo>
                  <a:pt x="193319" y="195665"/>
                </a:lnTo>
                <a:lnTo>
                  <a:pt x="8048" y="274456"/>
                </a:lnTo>
                <a:lnTo>
                  <a:pt x="0" y="273426"/>
                </a:lnTo>
                <a:lnTo>
                  <a:pt x="161308" y="193296"/>
                </a:lnTo>
                <a:lnTo>
                  <a:pt x="327533" y="186499"/>
                </a:lnTo>
                <a:lnTo>
                  <a:pt x="474713" y="17711"/>
                </a:lnTo>
                <a:lnTo>
                  <a:pt x="628062" y="116056"/>
                </a:lnTo>
                <a:lnTo>
                  <a:pt x="725705" y="212659"/>
                </a:lnTo>
                <a:lnTo>
                  <a:pt x="845970" y="261787"/>
                </a:lnTo>
                <a:lnTo>
                  <a:pt x="920365" y="181144"/>
                </a:lnTo>
                <a:lnTo>
                  <a:pt x="777745" y="85367"/>
                </a:lnTo>
                <a:lnTo>
                  <a:pt x="691279" y="33467"/>
                </a:lnTo>
                <a:lnTo>
                  <a:pt x="777566" y="0"/>
                </a:lnTo>
                <a:lnTo>
                  <a:pt x="770860" y="81557"/>
                </a:lnTo>
                <a:lnTo>
                  <a:pt x="924031" y="160546"/>
                </a:lnTo>
                <a:lnTo>
                  <a:pt x="1052075" y="18062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DA6C6258-E565-E8FA-FB67-BDA0CB4F4718}"/>
              </a:ext>
            </a:extLst>
          </p:cNvPr>
          <p:cNvSpPr/>
          <p:nvPr/>
        </p:nvSpPr>
        <p:spPr>
          <a:xfrm>
            <a:off x="1641265" y="5123970"/>
            <a:ext cx="152367" cy="84703"/>
          </a:xfrm>
          <a:custGeom>
            <a:avLst/>
            <a:gdLst/>
            <a:ahLst/>
            <a:cxnLst/>
            <a:rect l="0" t="0" r="0" b="0"/>
            <a:pathLst>
              <a:path w="152367" h="84703">
                <a:moveTo>
                  <a:pt x="17883" y="10213"/>
                </a:moveTo>
                <a:lnTo>
                  <a:pt x="30044" y="8459"/>
                </a:lnTo>
                <a:lnTo>
                  <a:pt x="49090" y="21046"/>
                </a:lnTo>
                <a:lnTo>
                  <a:pt x="48732" y="14546"/>
                </a:lnTo>
                <a:lnTo>
                  <a:pt x="82353" y="20839"/>
                </a:lnTo>
                <a:lnTo>
                  <a:pt x="81369" y="12896"/>
                </a:lnTo>
                <a:lnTo>
                  <a:pt x="87092" y="15681"/>
                </a:lnTo>
                <a:lnTo>
                  <a:pt x="93887" y="43124"/>
                </a:lnTo>
                <a:lnTo>
                  <a:pt x="114274" y="50139"/>
                </a:lnTo>
                <a:lnTo>
                  <a:pt x="120623" y="71805"/>
                </a:lnTo>
                <a:lnTo>
                  <a:pt x="152366" y="81400"/>
                </a:lnTo>
                <a:lnTo>
                  <a:pt x="134840" y="84702"/>
                </a:lnTo>
                <a:lnTo>
                  <a:pt x="117404" y="71909"/>
                </a:lnTo>
                <a:lnTo>
                  <a:pt x="112039" y="51893"/>
                </a:lnTo>
                <a:lnTo>
                  <a:pt x="84946" y="47147"/>
                </a:lnTo>
                <a:lnTo>
                  <a:pt x="85572" y="24863"/>
                </a:lnTo>
                <a:lnTo>
                  <a:pt x="43546" y="25585"/>
                </a:lnTo>
                <a:lnTo>
                  <a:pt x="27987" y="17022"/>
                </a:lnTo>
                <a:lnTo>
                  <a:pt x="21013" y="21974"/>
                </a:lnTo>
                <a:lnTo>
                  <a:pt x="16363" y="11451"/>
                </a:lnTo>
                <a:lnTo>
                  <a:pt x="0" y="0"/>
                </a:lnTo>
                <a:lnTo>
                  <a:pt x="17883" y="1021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FAEF2F09-6B84-997D-4993-4D929CADE56B}"/>
              </a:ext>
            </a:extLst>
          </p:cNvPr>
          <p:cNvSpPr/>
          <p:nvPr/>
        </p:nvSpPr>
        <p:spPr>
          <a:xfrm>
            <a:off x="1792021" y="5194743"/>
            <a:ext cx="160683" cy="91210"/>
          </a:xfrm>
          <a:custGeom>
            <a:avLst/>
            <a:gdLst/>
            <a:ahLst/>
            <a:cxnLst/>
            <a:rect l="0" t="0" r="0" b="0"/>
            <a:pathLst>
              <a:path w="160683" h="91210">
                <a:moveTo>
                  <a:pt x="160682" y="84709"/>
                </a:moveTo>
                <a:lnTo>
                  <a:pt x="144855" y="82748"/>
                </a:lnTo>
                <a:lnTo>
                  <a:pt x="139937" y="72017"/>
                </a:lnTo>
                <a:lnTo>
                  <a:pt x="117047" y="79962"/>
                </a:lnTo>
                <a:lnTo>
                  <a:pt x="111324" y="69231"/>
                </a:lnTo>
                <a:lnTo>
                  <a:pt x="103813" y="73875"/>
                </a:lnTo>
                <a:lnTo>
                  <a:pt x="99163" y="62112"/>
                </a:lnTo>
                <a:lnTo>
                  <a:pt x="96839" y="75423"/>
                </a:lnTo>
                <a:lnTo>
                  <a:pt x="103455" y="85225"/>
                </a:lnTo>
                <a:lnTo>
                  <a:pt x="87360" y="91209"/>
                </a:lnTo>
                <a:lnTo>
                  <a:pt x="77167" y="74907"/>
                </a:lnTo>
                <a:lnTo>
                  <a:pt x="52845" y="62938"/>
                </a:lnTo>
                <a:lnTo>
                  <a:pt x="84499" y="62835"/>
                </a:lnTo>
                <a:lnTo>
                  <a:pt x="92547" y="27755"/>
                </a:lnTo>
                <a:lnTo>
                  <a:pt x="89775" y="17437"/>
                </a:lnTo>
                <a:lnTo>
                  <a:pt x="72338" y="16508"/>
                </a:lnTo>
                <a:lnTo>
                  <a:pt x="56422" y="4024"/>
                </a:lnTo>
                <a:lnTo>
                  <a:pt x="0" y="12897"/>
                </a:lnTo>
                <a:lnTo>
                  <a:pt x="14039" y="3715"/>
                </a:lnTo>
                <a:lnTo>
                  <a:pt x="33442" y="6500"/>
                </a:lnTo>
                <a:lnTo>
                  <a:pt x="54097" y="0"/>
                </a:lnTo>
                <a:lnTo>
                  <a:pt x="74931" y="15270"/>
                </a:lnTo>
                <a:lnTo>
                  <a:pt x="87539" y="13619"/>
                </a:lnTo>
                <a:lnTo>
                  <a:pt x="96034" y="23111"/>
                </a:lnTo>
                <a:lnTo>
                  <a:pt x="93172" y="53755"/>
                </a:lnTo>
                <a:lnTo>
                  <a:pt x="104260" y="67168"/>
                </a:lnTo>
                <a:lnTo>
                  <a:pt x="119371" y="77692"/>
                </a:lnTo>
                <a:lnTo>
                  <a:pt x="140384" y="70882"/>
                </a:lnTo>
                <a:lnTo>
                  <a:pt x="160682" y="8470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B9BE5E9-14AA-C620-BAE3-BAAC87B69652}"/>
              </a:ext>
            </a:extLst>
          </p:cNvPr>
          <p:cNvSpPr/>
          <p:nvPr/>
        </p:nvSpPr>
        <p:spPr>
          <a:xfrm>
            <a:off x="580427" y="1540363"/>
            <a:ext cx="54993" cy="40200"/>
          </a:xfrm>
          <a:custGeom>
            <a:avLst/>
            <a:gdLst/>
            <a:ahLst/>
            <a:cxnLst/>
            <a:rect l="0" t="0" r="0" b="0"/>
            <a:pathLst>
              <a:path w="54993" h="40200">
                <a:moveTo>
                  <a:pt x="49358" y="16038"/>
                </a:moveTo>
                <a:lnTo>
                  <a:pt x="54992" y="0"/>
                </a:lnTo>
                <a:lnTo>
                  <a:pt x="46676" y="25291"/>
                </a:lnTo>
                <a:lnTo>
                  <a:pt x="23964" y="40199"/>
                </a:lnTo>
                <a:lnTo>
                  <a:pt x="6975" y="33721"/>
                </a:lnTo>
                <a:lnTo>
                  <a:pt x="0" y="23235"/>
                </a:lnTo>
                <a:lnTo>
                  <a:pt x="22712" y="36600"/>
                </a:lnTo>
                <a:lnTo>
                  <a:pt x="45960" y="23749"/>
                </a:lnTo>
                <a:lnTo>
                  <a:pt x="49358" y="1603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7E6A68B3-2491-8C57-54E7-ED50ED1C90F7}"/>
              </a:ext>
            </a:extLst>
          </p:cNvPr>
          <p:cNvSpPr/>
          <p:nvPr/>
        </p:nvSpPr>
        <p:spPr>
          <a:xfrm>
            <a:off x="508000" y="1344943"/>
            <a:ext cx="166673" cy="757933"/>
          </a:xfrm>
          <a:custGeom>
            <a:avLst/>
            <a:gdLst/>
            <a:ahLst/>
            <a:cxnLst/>
            <a:rect l="0" t="0" r="0" b="0"/>
            <a:pathLst>
              <a:path w="166673" h="757933">
                <a:moveTo>
                  <a:pt x="166672" y="184625"/>
                </a:moveTo>
                <a:lnTo>
                  <a:pt x="163364" y="311805"/>
                </a:lnTo>
                <a:lnTo>
                  <a:pt x="152366" y="384501"/>
                </a:lnTo>
                <a:lnTo>
                  <a:pt x="146196" y="426146"/>
                </a:lnTo>
                <a:lnTo>
                  <a:pt x="123305" y="439515"/>
                </a:lnTo>
                <a:lnTo>
                  <a:pt x="69387" y="468514"/>
                </a:lnTo>
                <a:lnTo>
                  <a:pt x="31385" y="507386"/>
                </a:lnTo>
                <a:lnTo>
                  <a:pt x="139579" y="628949"/>
                </a:lnTo>
                <a:lnTo>
                  <a:pt x="120086" y="757932"/>
                </a:lnTo>
                <a:lnTo>
                  <a:pt x="143424" y="719564"/>
                </a:lnTo>
                <a:lnTo>
                  <a:pt x="82084" y="572896"/>
                </a:lnTo>
                <a:lnTo>
                  <a:pt x="10015" y="518184"/>
                </a:lnTo>
                <a:lnTo>
                  <a:pt x="0" y="510060"/>
                </a:lnTo>
                <a:lnTo>
                  <a:pt x="0" y="491549"/>
                </a:lnTo>
                <a:lnTo>
                  <a:pt x="0" y="381416"/>
                </a:lnTo>
                <a:lnTo>
                  <a:pt x="0" y="270986"/>
                </a:lnTo>
                <a:lnTo>
                  <a:pt x="0" y="145148"/>
                </a:lnTo>
                <a:lnTo>
                  <a:pt x="0" y="82646"/>
                </a:lnTo>
                <a:lnTo>
                  <a:pt x="0" y="0"/>
                </a:lnTo>
                <a:lnTo>
                  <a:pt x="0" y="34127"/>
                </a:lnTo>
                <a:lnTo>
                  <a:pt x="0" y="145970"/>
                </a:lnTo>
                <a:lnTo>
                  <a:pt x="0" y="306870"/>
                </a:lnTo>
                <a:lnTo>
                  <a:pt x="0" y="480957"/>
                </a:lnTo>
                <a:lnTo>
                  <a:pt x="0" y="493092"/>
                </a:lnTo>
                <a:lnTo>
                  <a:pt x="0" y="388820"/>
                </a:lnTo>
                <a:lnTo>
                  <a:pt x="536" y="281782"/>
                </a:lnTo>
                <a:lnTo>
                  <a:pt x="20387" y="248162"/>
                </a:lnTo>
                <a:lnTo>
                  <a:pt x="110787" y="192541"/>
                </a:lnTo>
                <a:lnTo>
                  <a:pt x="22444" y="246825"/>
                </a:lnTo>
                <a:lnTo>
                  <a:pt x="2235" y="272529"/>
                </a:lnTo>
                <a:lnTo>
                  <a:pt x="0" y="330621"/>
                </a:lnTo>
                <a:lnTo>
                  <a:pt x="0" y="411442"/>
                </a:lnTo>
                <a:lnTo>
                  <a:pt x="29865" y="496382"/>
                </a:lnTo>
                <a:lnTo>
                  <a:pt x="86376" y="467794"/>
                </a:lnTo>
                <a:lnTo>
                  <a:pt x="136003" y="426969"/>
                </a:lnTo>
                <a:lnTo>
                  <a:pt x="151114" y="421211"/>
                </a:lnTo>
                <a:lnTo>
                  <a:pt x="162917" y="337099"/>
                </a:lnTo>
                <a:lnTo>
                  <a:pt x="165063" y="25505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CED2AD6-B3B8-5B9B-EC4F-975BBF522690}"/>
              </a:ext>
            </a:extLst>
          </p:cNvPr>
          <p:cNvSpPr/>
          <p:nvPr/>
        </p:nvSpPr>
        <p:spPr>
          <a:xfrm>
            <a:off x="1879918" y="2993748"/>
            <a:ext cx="67689" cy="54876"/>
          </a:xfrm>
          <a:custGeom>
            <a:avLst/>
            <a:gdLst/>
            <a:ahLst/>
            <a:cxnLst/>
            <a:rect l="0" t="0" r="0" b="0"/>
            <a:pathLst>
              <a:path w="67689" h="54876">
                <a:moveTo>
                  <a:pt x="0" y="0"/>
                </a:moveTo>
                <a:lnTo>
                  <a:pt x="7958" y="25018"/>
                </a:lnTo>
                <a:lnTo>
                  <a:pt x="48374" y="33769"/>
                </a:lnTo>
                <a:lnTo>
                  <a:pt x="67688" y="54875"/>
                </a:lnTo>
                <a:lnTo>
                  <a:pt x="47659" y="33769"/>
                </a:lnTo>
                <a:lnTo>
                  <a:pt x="8226" y="26151"/>
                </a:lnTo>
                <a:lnTo>
                  <a:pt x="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8CF7DB6-5034-A0C2-8949-E3D43280C5A6}"/>
              </a:ext>
            </a:extLst>
          </p:cNvPr>
          <p:cNvSpPr/>
          <p:nvPr/>
        </p:nvSpPr>
        <p:spPr>
          <a:xfrm>
            <a:off x="1500613" y="2014930"/>
            <a:ext cx="732590" cy="994468"/>
          </a:xfrm>
          <a:custGeom>
            <a:avLst/>
            <a:gdLst/>
            <a:ahLst/>
            <a:cxnLst/>
            <a:rect l="0" t="0" r="0" b="0"/>
            <a:pathLst>
              <a:path w="732590" h="994468">
                <a:moveTo>
                  <a:pt x="0" y="181349"/>
                </a:moveTo>
                <a:lnTo>
                  <a:pt x="140384" y="173942"/>
                </a:lnTo>
                <a:lnTo>
                  <a:pt x="285418" y="164992"/>
                </a:lnTo>
                <a:lnTo>
                  <a:pt x="178118" y="47623"/>
                </a:lnTo>
                <a:lnTo>
                  <a:pt x="354447" y="187110"/>
                </a:lnTo>
                <a:lnTo>
                  <a:pt x="436084" y="164787"/>
                </a:lnTo>
                <a:lnTo>
                  <a:pt x="340140" y="83110"/>
                </a:lnTo>
                <a:lnTo>
                  <a:pt x="405683" y="0"/>
                </a:lnTo>
                <a:lnTo>
                  <a:pt x="450659" y="62332"/>
                </a:lnTo>
                <a:lnTo>
                  <a:pt x="483565" y="59760"/>
                </a:lnTo>
                <a:lnTo>
                  <a:pt x="590060" y="77041"/>
                </a:lnTo>
                <a:lnTo>
                  <a:pt x="467469" y="158100"/>
                </a:lnTo>
                <a:lnTo>
                  <a:pt x="414356" y="331040"/>
                </a:lnTo>
                <a:lnTo>
                  <a:pt x="456918" y="383411"/>
                </a:lnTo>
                <a:lnTo>
                  <a:pt x="467291" y="321986"/>
                </a:lnTo>
                <a:lnTo>
                  <a:pt x="479809" y="341329"/>
                </a:lnTo>
                <a:lnTo>
                  <a:pt x="561267" y="338242"/>
                </a:lnTo>
                <a:lnTo>
                  <a:pt x="588540" y="261490"/>
                </a:lnTo>
                <a:lnTo>
                  <a:pt x="659804" y="295030"/>
                </a:lnTo>
                <a:lnTo>
                  <a:pt x="503415" y="401932"/>
                </a:lnTo>
                <a:lnTo>
                  <a:pt x="595514" y="420865"/>
                </a:lnTo>
                <a:lnTo>
                  <a:pt x="595782" y="421997"/>
                </a:lnTo>
                <a:lnTo>
                  <a:pt x="519599" y="537248"/>
                </a:lnTo>
                <a:lnTo>
                  <a:pt x="546692" y="577074"/>
                </a:lnTo>
                <a:lnTo>
                  <a:pt x="573249" y="694709"/>
                </a:lnTo>
                <a:lnTo>
                  <a:pt x="686451" y="618651"/>
                </a:lnTo>
                <a:lnTo>
                  <a:pt x="732589" y="558138"/>
                </a:lnTo>
                <a:lnTo>
                  <a:pt x="666868" y="642117"/>
                </a:lnTo>
                <a:lnTo>
                  <a:pt x="712381" y="752245"/>
                </a:lnTo>
                <a:lnTo>
                  <a:pt x="570120" y="750598"/>
                </a:lnTo>
                <a:lnTo>
                  <a:pt x="543384" y="823372"/>
                </a:lnTo>
                <a:lnTo>
                  <a:pt x="534800" y="905313"/>
                </a:lnTo>
                <a:lnTo>
                  <a:pt x="477842" y="994467"/>
                </a:lnTo>
                <a:lnTo>
                  <a:pt x="399513" y="882357"/>
                </a:lnTo>
                <a:lnTo>
                  <a:pt x="516827" y="805873"/>
                </a:lnTo>
                <a:lnTo>
                  <a:pt x="569494" y="718382"/>
                </a:lnTo>
                <a:lnTo>
                  <a:pt x="562698" y="655805"/>
                </a:lnTo>
                <a:lnTo>
                  <a:pt x="495636" y="442885"/>
                </a:lnTo>
                <a:lnTo>
                  <a:pt x="380378" y="353161"/>
                </a:lnTo>
                <a:lnTo>
                  <a:pt x="371257" y="289268"/>
                </a:lnTo>
                <a:lnTo>
                  <a:pt x="355788" y="188756"/>
                </a:lnTo>
                <a:lnTo>
                  <a:pt x="119818" y="15912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4CC54921-D46E-680B-B750-9BABBF3F6126}"/>
              </a:ext>
            </a:extLst>
          </p:cNvPr>
          <p:cNvSpPr/>
          <p:nvPr/>
        </p:nvSpPr>
        <p:spPr>
          <a:xfrm>
            <a:off x="2297046" y="3593619"/>
            <a:ext cx="28346" cy="148865"/>
          </a:xfrm>
          <a:custGeom>
            <a:avLst/>
            <a:gdLst/>
            <a:ahLst/>
            <a:cxnLst/>
            <a:rect l="0" t="0" r="0" b="0"/>
            <a:pathLst>
              <a:path w="28346" h="148865">
                <a:moveTo>
                  <a:pt x="7064" y="24518"/>
                </a:moveTo>
                <a:lnTo>
                  <a:pt x="13502" y="7005"/>
                </a:lnTo>
                <a:lnTo>
                  <a:pt x="28345" y="0"/>
                </a:lnTo>
                <a:lnTo>
                  <a:pt x="13055" y="12671"/>
                </a:lnTo>
                <a:lnTo>
                  <a:pt x="12876" y="31935"/>
                </a:lnTo>
                <a:lnTo>
                  <a:pt x="1788" y="60058"/>
                </a:lnTo>
                <a:lnTo>
                  <a:pt x="1431" y="104872"/>
                </a:lnTo>
                <a:lnTo>
                  <a:pt x="12429" y="104872"/>
                </a:lnTo>
                <a:lnTo>
                  <a:pt x="9389" y="123004"/>
                </a:lnTo>
                <a:lnTo>
                  <a:pt x="21549" y="127331"/>
                </a:lnTo>
                <a:lnTo>
                  <a:pt x="22801" y="148864"/>
                </a:lnTo>
                <a:lnTo>
                  <a:pt x="13591" y="145876"/>
                </a:lnTo>
                <a:lnTo>
                  <a:pt x="22890" y="143609"/>
                </a:lnTo>
                <a:lnTo>
                  <a:pt x="16810" y="129083"/>
                </a:lnTo>
                <a:lnTo>
                  <a:pt x="8763" y="124550"/>
                </a:lnTo>
                <a:lnTo>
                  <a:pt x="10730" y="105490"/>
                </a:lnTo>
                <a:lnTo>
                  <a:pt x="3219" y="109714"/>
                </a:lnTo>
                <a:lnTo>
                  <a:pt x="0" y="105078"/>
                </a:lnTo>
                <a:lnTo>
                  <a:pt x="7064" y="2451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EA5A8A1D-65C3-B00D-1347-5F890BB440B1}"/>
              </a:ext>
            </a:extLst>
          </p:cNvPr>
          <p:cNvSpPr/>
          <p:nvPr/>
        </p:nvSpPr>
        <p:spPr>
          <a:xfrm>
            <a:off x="2481959" y="3202454"/>
            <a:ext cx="190816" cy="104009"/>
          </a:xfrm>
          <a:custGeom>
            <a:avLst/>
            <a:gdLst/>
            <a:ahLst/>
            <a:cxnLst/>
            <a:rect l="0" t="0" r="0" b="0"/>
            <a:pathLst>
              <a:path w="190816" h="104009">
                <a:moveTo>
                  <a:pt x="190815" y="9370"/>
                </a:moveTo>
                <a:lnTo>
                  <a:pt x="161665" y="40881"/>
                </a:lnTo>
                <a:lnTo>
                  <a:pt x="143424" y="46442"/>
                </a:lnTo>
                <a:lnTo>
                  <a:pt x="136092" y="38307"/>
                </a:lnTo>
                <a:lnTo>
                  <a:pt x="124826" y="49222"/>
                </a:lnTo>
                <a:lnTo>
                  <a:pt x="114275" y="50561"/>
                </a:lnTo>
                <a:lnTo>
                  <a:pt x="80565" y="88046"/>
                </a:lnTo>
                <a:lnTo>
                  <a:pt x="32280" y="94224"/>
                </a:lnTo>
                <a:lnTo>
                  <a:pt x="13413" y="104008"/>
                </a:lnTo>
                <a:lnTo>
                  <a:pt x="0" y="98859"/>
                </a:lnTo>
                <a:lnTo>
                  <a:pt x="17973" y="100918"/>
                </a:lnTo>
                <a:lnTo>
                  <a:pt x="69209" y="84544"/>
                </a:lnTo>
                <a:lnTo>
                  <a:pt x="101577" y="63227"/>
                </a:lnTo>
                <a:lnTo>
                  <a:pt x="115884" y="44073"/>
                </a:lnTo>
                <a:lnTo>
                  <a:pt x="119371" y="48501"/>
                </a:lnTo>
                <a:lnTo>
                  <a:pt x="134483" y="35423"/>
                </a:lnTo>
                <a:lnTo>
                  <a:pt x="149326" y="42735"/>
                </a:lnTo>
                <a:lnTo>
                  <a:pt x="161397" y="34496"/>
                </a:lnTo>
                <a:lnTo>
                  <a:pt x="176956" y="0"/>
                </a:lnTo>
                <a:lnTo>
                  <a:pt x="190815" y="937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0E24C6E-294A-75F6-38F1-0899C70A495F}"/>
              </a:ext>
            </a:extLst>
          </p:cNvPr>
          <p:cNvSpPr/>
          <p:nvPr/>
        </p:nvSpPr>
        <p:spPr>
          <a:xfrm>
            <a:off x="508000" y="5844110"/>
            <a:ext cx="19136" cy="270932"/>
          </a:xfrm>
          <a:custGeom>
            <a:avLst/>
            <a:gdLst/>
            <a:ahLst/>
            <a:cxnLst/>
            <a:rect l="0" t="0" r="0" b="0"/>
            <a:pathLst>
              <a:path w="19136" h="270932">
                <a:moveTo>
                  <a:pt x="0" y="154662"/>
                </a:moveTo>
                <a:lnTo>
                  <a:pt x="0" y="230246"/>
                </a:lnTo>
                <a:lnTo>
                  <a:pt x="0" y="210110"/>
                </a:lnTo>
                <a:lnTo>
                  <a:pt x="0" y="198649"/>
                </a:lnTo>
                <a:lnTo>
                  <a:pt x="0" y="113155"/>
                </a:lnTo>
                <a:lnTo>
                  <a:pt x="0" y="65351"/>
                </a:lnTo>
                <a:lnTo>
                  <a:pt x="0" y="39541"/>
                </a:lnTo>
                <a:lnTo>
                  <a:pt x="0" y="68345"/>
                </a:lnTo>
                <a:lnTo>
                  <a:pt x="0" y="0"/>
                </a:lnTo>
                <a:lnTo>
                  <a:pt x="0" y="78360"/>
                </a:lnTo>
                <a:lnTo>
                  <a:pt x="0" y="147124"/>
                </a:lnTo>
                <a:lnTo>
                  <a:pt x="0" y="148673"/>
                </a:lnTo>
                <a:lnTo>
                  <a:pt x="0" y="160031"/>
                </a:lnTo>
                <a:lnTo>
                  <a:pt x="0" y="121001"/>
                </a:lnTo>
                <a:lnTo>
                  <a:pt x="0" y="57195"/>
                </a:lnTo>
                <a:lnTo>
                  <a:pt x="0" y="60292"/>
                </a:lnTo>
                <a:lnTo>
                  <a:pt x="0" y="119350"/>
                </a:lnTo>
                <a:lnTo>
                  <a:pt x="0" y="216822"/>
                </a:lnTo>
                <a:lnTo>
                  <a:pt x="0" y="151874"/>
                </a:lnTo>
                <a:lnTo>
                  <a:pt x="0" y="167982"/>
                </a:lnTo>
                <a:lnTo>
                  <a:pt x="0" y="110057"/>
                </a:lnTo>
                <a:lnTo>
                  <a:pt x="0" y="165503"/>
                </a:lnTo>
                <a:lnTo>
                  <a:pt x="0" y="172938"/>
                </a:lnTo>
                <a:lnTo>
                  <a:pt x="0" y="161166"/>
                </a:lnTo>
                <a:lnTo>
                  <a:pt x="0" y="183676"/>
                </a:lnTo>
                <a:lnTo>
                  <a:pt x="19135" y="167982"/>
                </a:lnTo>
                <a:lnTo>
                  <a:pt x="0" y="202469"/>
                </a:lnTo>
                <a:lnTo>
                  <a:pt x="0" y="194209"/>
                </a:lnTo>
                <a:lnTo>
                  <a:pt x="0" y="172318"/>
                </a:lnTo>
                <a:lnTo>
                  <a:pt x="0" y="150531"/>
                </a:lnTo>
                <a:lnTo>
                  <a:pt x="0" y="234583"/>
                </a:lnTo>
                <a:lnTo>
                  <a:pt x="0" y="270931"/>
                </a:lnTo>
                <a:lnTo>
                  <a:pt x="0" y="226632"/>
                </a:lnTo>
                <a:lnTo>
                  <a:pt x="0" y="148880"/>
                </a:lnTo>
                <a:lnTo>
                  <a:pt x="0" y="168085"/>
                </a:lnTo>
                <a:lnTo>
                  <a:pt x="0" y="139277"/>
                </a:lnTo>
                <a:lnTo>
                  <a:pt x="0" y="149912"/>
                </a:lnTo>
                <a:lnTo>
                  <a:pt x="0" y="183779"/>
                </a:lnTo>
                <a:lnTo>
                  <a:pt x="0" y="213724"/>
                </a:lnTo>
                <a:lnTo>
                  <a:pt x="0" y="231072"/>
                </a:lnTo>
                <a:lnTo>
                  <a:pt x="0" y="17851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28ADEA2D-D938-A9FD-8660-F53669F9217E}"/>
              </a:ext>
            </a:extLst>
          </p:cNvPr>
          <p:cNvSpPr/>
          <p:nvPr/>
        </p:nvSpPr>
        <p:spPr>
          <a:xfrm>
            <a:off x="508000" y="5882308"/>
            <a:ext cx="371974" cy="323302"/>
          </a:xfrm>
          <a:custGeom>
            <a:avLst/>
            <a:gdLst/>
            <a:ahLst/>
            <a:cxnLst/>
            <a:rect l="0" t="0" r="0" b="0"/>
            <a:pathLst>
              <a:path w="371974" h="323302">
                <a:moveTo>
                  <a:pt x="36393" y="151777"/>
                </a:moveTo>
                <a:lnTo>
                  <a:pt x="87360" y="145272"/>
                </a:lnTo>
                <a:lnTo>
                  <a:pt x="42473" y="199586"/>
                </a:lnTo>
                <a:lnTo>
                  <a:pt x="75020" y="195146"/>
                </a:lnTo>
                <a:lnTo>
                  <a:pt x="108999" y="248017"/>
                </a:lnTo>
                <a:lnTo>
                  <a:pt x="197879" y="184097"/>
                </a:lnTo>
                <a:lnTo>
                  <a:pt x="197789" y="118322"/>
                </a:lnTo>
                <a:lnTo>
                  <a:pt x="167924" y="33451"/>
                </a:lnTo>
                <a:lnTo>
                  <a:pt x="169355" y="65355"/>
                </a:lnTo>
                <a:lnTo>
                  <a:pt x="199578" y="111198"/>
                </a:lnTo>
                <a:lnTo>
                  <a:pt x="201634" y="71136"/>
                </a:lnTo>
                <a:lnTo>
                  <a:pt x="200114" y="32935"/>
                </a:lnTo>
                <a:lnTo>
                  <a:pt x="187775" y="0"/>
                </a:lnTo>
                <a:lnTo>
                  <a:pt x="204317" y="13938"/>
                </a:lnTo>
                <a:lnTo>
                  <a:pt x="199488" y="44498"/>
                </a:lnTo>
                <a:lnTo>
                  <a:pt x="212454" y="74337"/>
                </a:lnTo>
                <a:lnTo>
                  <a:pt x="200204" y="126789"/>
                </a:lnTo>
                <a:lnTo>
                  <a:pt x="186702" y="171912"/>
                </a:lnTo>
                <a:lnTo>
                  <a:pt x="303837" y="237794"/>
                </a:lnTo>
                <a:lnTo>
                  <a:pt x="323598" y="214146"/>
                </a:lnTo>
                <a:lnTo>
                  <a:pt x="370542" y="158282"/>
                </a:lnTo>
                <a:lnTo>
                  <a:pt x="353374" y="125344"/>
                </a:lnTo>
                <a:lnTo>
                  <a:pt x="371973" y="159418"/>
                </a:lnTo>
                <a:lnTo>
                  <a:pt x="334507" y="290151"/>
                </a:lnTo>
                <a:lnTo>
                  <a:pt x="329053" y="235831"/>
                </a:lnTo>
                <a:lnTo>
                  <a:pt x="325655" y="220238"/>
                </a:lnTo>
                <a:lnTo>
                  <a:pt x="236149" y="221994"/>
                </a:lnTo>
                <a:lnTo>
                  <a:pt x="139132" y="258447"/>
                </a:lnTo>
                <a:lnTo>
                  <a:pt x="93977" y="304712"/>
                </a:lnTo>
                <a:lnTo>
                  <a:pt x="30759" y="304195"/>
                </a:lnTo>
                <a:lnTo>
                  <a:pt x="0" y="268257"/>
                </a:lnTo>
                <a:lnTo>
                  <a:pt x="0" y="295727"/>
                </a:lnTo>
                <a:lnTo>
                  <a:pt x="0" y="267534"/>
                </a:lnTo>
                <a:lnTo>
                  <a:pt x="4024" y="274350"/>
                </a:lnTo>
                <a:lnTo>
                  <a:pt x="86376" y="323301"/>
                </a:lnTo>
                <a:lnTo>
                  <a:pt x="121070" y="296966"/>
                </a:lnTo>
                <a:lnTo>
                  <a:pt x="136628" y="256485"/>
                </a:lnTo>
                <a:lnTo>
                  <a:pt x="63754" y="199999"/>
                </a:lnTo>
                <a:lnTo>
                  <a:pt x="46586" y="17717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54D1457F-03F4-AF83-31A5-F49C62EAA9F0}"/>
              </a:ext>
            </a:extLst>
          </p:cNvPr>
          <p:cNvSpPr/>
          <p:nvPr/>
        </p:nvSpPr>
        <p:spPr>
          <a:xfrm>
            <a:off x="536256" y="5895937"/>
            <a:ext cx="129386" cy="18378"/>
          </a:xfrm>
          <a:custGeom>
            <a:avLst/>
            <a:gdLst/>
            <a:ahLst/>
            <a:cxnLst/>
            <a:rect l="0" t="0" r="0" b="0"/>
            <a:pathLst>
              <a:path w="129386" h="18378">
                <a:moveTo>
                  <a:pt x="54097" y="4645"/>
                </a:moveTo>
                <a:lnTo>
                  <a:pt x="109624" y="0"/>
                </a:lnTo>
                <a:lnTo>
                  <a:pt x="117851" y="15073"/>
                </a:lnTo>
                <a:lnTo>
                  <a:pt x="129385" y="14557"/>
                </a:lnTo>
                <a:lnTo>
                  <a:pt x="118477" y="18377"/>
                </a:lnTo>
                <a:lnTo>
                  <a:pt x="108998" y="4129"/>
                </a:lnTo>
                <a:lnTo>
                  <a:pt x="47390" y="10324"/>
                </a:lnTo>
                <a:lnTo>
                  <a:pt x="0" y="5988"/>
                </a:lnTo>
                <a:lnTo>
                  <a:pt x="54097" y="464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B2D1846-8826-08F8-72B7-CFAB7375A09D}"/>
              </a:ext>
            </a:extLst>
          </p:cNvPr>
          <p:cNvSpPr/>
          <p:nvPr/>
        </p:nvSpPr>
        <p:spPr>
          <a:xfrm>
            <a:off x="2357134" y="2502063"/>
            <a:ext cx="1348670" cy="405313"/>
          </a:xfrm>
          <a:custGeom>
            <a:avLst/>
            <a:gdLst/>
            <a:ahLst/>
            <a:cxnLst/>
            <a:rect l="0" t="0" r="0" b="0"/>
            <a:pathLst>
              <a:path w="1348670" h="405313">
                <a:moveTo>
                  <a:pt x="995206" y="0"/>
                </a:moveTo>
                <a:lnTo>
                  <a:pt x="1016487" y="78106"/>
                </a:lnTo>
                <a:lnTo>
                  <a:pt x="1138987" y="28195"/>
                </a:lnTo>
                <a:lnTo>
                  <a:pt x="1118332" y="107951"/>
                </a:lnTo>
                <a:lnTo>
                  <a:pt x="1146588" y="131930"/>
                </a:lnTo>
                <a:lnTo>
                  <a:pt x="1102506" y="199754"/>
                </a:lnTo>
                <a:lnTo>
                  <a:pt x="1161252" y="282096"/>
                </a:lnTo>
                <a:lnTo>
                  <a:pt x="1279282" y="252555"/>
                </a:lnTo>
                <a:lnTo>
                  <a:pt x="1348669" y="363827"/>
                </a:lnTo>
                <a:lnTo>
                  <a:pt x="1277583" y="313491"/>
                </a:lnTo>
                <a:lnTo>
                  <a:pt x="1156245" y="376385"/>
                </a:lnTo>
                <a:lnTo>
                  <a:pt x="1096962" y="405312"/>
                </a:lnTo>
                <a:lnTo>
                  <a:pt x="1121104" y="308756"/>
                </a:lnTo>
                <a:lnTo>
                  <a:pt x="1031062" y="384415"/>
                </a:lnTo>
                <a:lnTo>
                  <a:pt x="1033208" y="336548"/>
                </a:lnTo>
                <a:lnTo>
                  <a:pt x="1112520" y="231455"/>
                </a:lnTo>
                <a:lnTo>
                  <a:pt x="1097140" y="152514"/>
                </a:lnTo>
                <a:lnTo>
                  <a:pt x="987605" y="84590"/>
                </a:lnTo>
                <a:lnTo>
                  <a:pt x="929485" y="88294"/>
                </a:lnTo>
                <a:lnTo>
                  <a:pt x="828355" y="146853"/>
                </a:lnTo>
                <a:lnTo>
                  <a:pt x="792499" y="143045"/>
                </a:lnTo>
                <a:lnTo>
                  <a:pt x="723737" y="116287"/>
                </a:lnTo>
                <a:lnTo>
                  <a:pt x="654082" y="11525"/>
                </a:lnTo>
                <a:lnTo>
                  <a:pt x="526395" y="52790"/>
                </a:lnTo>
                <a:lnTo>
                  <a:pt x="430183" y="189771"/>
                </a:lnTo>
                <a:lnTo>
                  <a:pt x="275850" y="242262"/>
                </a:lnTo>
                <a:lnTo>
                  <a:pt x="168639" y="295374"/>
                </a:lnTo>
                <a:lnTo>
                  <a:pt x="129654" y="297433"/>
                </a:lnTo>
                <a:lnTo>
                  <a:pt x="147984" y="203974"/>
                </a:lnTo>
                <a:lnTo>
                  <a:pt x="0" y="259040"/>
                </a:lnTo>
                <a:lnTo>
                  <a:pt x="56958" y="181537"/>
                </a:lnTo>
                <a:lnTo>
                  <a:pt x="68940" y="216839"/>
                </a:lnTo>
                <a:lnTo>
                  <a:pt x="172305" y="181537"/>
                </a:lnTo>
                <a:lnTo>
                  <a:pt x="261454" y="256260"/>
                </a:lnTo>
                <a:lnTo>
                  <a:pt x="301244" y="206135"/>
                </a:lnTo>
                <a:lnTo>
                  <a:pt x="496172" y="86236"/>
                </a:lnTo>
                <a:lnTo>
                  <a:pt x="624664" y="29430"/>
                </a:lnTo>
                <a:lnTo>
                  <a:pt x="725973" y="63493"/>
                </a:lnTo>
                <a:lnTo>
                  <a:pt x="824241" y="88706"/>
                </a:lnTo>
                <a:lnTo>
                  <a:pt x="897384" y="17802"/>
                </a:lnTo>
                <a:lnTo>
                  <a:pt x="983313" y="3467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E8090F0-0B68-D9E9-0F6F-F8315D433834}"/>
              </a:ext>
            </a:extLst>
          </p:cNvPr>
          <p:cNvSpPr/>
          <p:nvPr/>
        </p:nvSpPr>
        <p:spPr>
          <a:xfrm>
            <a:off x="3176457" y="2501342"/>
            <a:ext cx="20478" cy="26242"/>
          </a:xfrm>
          <a:custGeom>
            <a:avLst/>
            <a:gdLst/>
            <a:ahLst/>
            <a:cxnLst/>
            <a:rect l="0" t="0" r="0" b="0"/>
            <a:pathLst>
              <a:path w="20478" h="26242">
                <a:moveTo>
                  <a:pt x="14665" y="26241"/>
                </a:moveTo>
                <a:lnTo>
                  <a:pt x="0" y="8850"/>
                </a:lnTo>
                <a:lnTo>
                  <a:pt x="0" y="0"/>
                </a:lnTo>
                <a:lnTo>
                  <a:pt x="17526" y="10188"/>
                </a:lnTo>
                <a:lnTo>
                  <a:pt x="20477" y="17803"/>
                </a:lnTo>
                <a:lnTo>
                  <a:pt x="14665" y="2624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A0E0B4F6-3A4B-1DD4-1E4D-E17E0B371810}"/>
              </a:ext>
            </a:extLst>
          </p:cNvPr>
          <p:cNvSpPr/>
          <p:nvPr/>
        </p:nvSpPr>
        <p:spPr>
          <a:xfrm>
            <a:off x="3130855" y="2431062"/>
            <a:ext cx="38092" cy="62872"/>
          </a:xfrm>
          <a:custGeom>
            <a:avLst/>
            <a:gdLst/>
            <a:ahLst/>
            <a:cxnLst/>
            <a:rect l="0" t="0" r="0" b="0"/>
            <a:pathLst>
              <a:path w="38092" h="62872">
                <a:moveTo>
                  <a:pt x="28524" y="43320"/>
                </a:moveTo>
                <a:lnTo>
                  <a:pt x="0" y="0"/>
                </a:lnTo>
                <a:lnTo>
                  <a:pt x="7690" y="13994"/>
                </a:lnTo>
                <a:lnTo>
                  <a:pt x="33084" y="31589"/>
                </a:lnTo>
                <a:lnTo>
                  <a:pt x="38091" y="62871"/>
                </a:lnTo>
                <a:lnTo>
                  <a:pt x="28524" y="4332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E13F42CA-2177-E1E1-8694-977D5A82BFC1}"/>
              </a:ext>
            </a:extLst>
          </p:cNvPr>
          <p:cNvSpPr/>
          <p:nvPr/>
        </p:nvSpPr>
        <p:spPr>
          <a:xfrm>
            <a:off x="2550542" y="2651489"/>
            <a:ext cx="102114" cy="52902"/>
          </a:xfrm>
          <a:custGeom>
            <a:avLst/>
            <a:gdLst/>
            <a:ahLst/>
            <a:cxnLst/>
            <a:rect l="0" t="0" r="0" b="0"/>
            <a:pathLst>
              <a:path w="102114" h="52902">
                <a:moveTo>
                  <a:pt x="102113" y="50019"/>
                </a:moveTo>
                <a:lnTo>
                  <a:pt x="94424" y="52901"/>
                </a:lnTo>
                <a:lnTo>
                  <a:pt x="60803" y="19452"/>
                </a:lnTo>
                <a:lnTo>
                  <a:pt x="0" y="0"/>
                </a:lnTo>
                <a:lnTo>
                  <a:pt x="61071" y="18525"/>
                </a:lnTo>
                <a:lnTo>
                  <a:pt x="102113" y="5001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88CE5E0-4D3D-A2FC-5F4C-690093D3E0DA}"/>
              </a:ext>
            </a:extLst>
          </p:cNvPr>
          <p:cNvSpPr/>
          <p:nvPr/>
        </p:nvSpPr>
        <p:spPr>
          <a:xfrm>
            <a:off x="2482228" y="2667956"/>
            <a:ext cx="47212" cy="15645"/>
          </a:xfrm>
          <a:custGeom>
            <a:avLst/>
            <a:gdLst/>
            <a:ahLst/>
            <a:cxnLst/>
            <a:rect l="0" t="0" r="0" b="0"/>
            <a:pathLst>
              <a:path w="47212" h="15645">
                <a:moveTo>
                  <a:pt x="47211" y="15644"/>
                </a:moveTo>
                <a:lnTo>
                  <a:pt x="42651" y="4940"/>
                </a:lnTo>
                <a:lnTo>
                  <a:pt x="0" y="0"/>
                </a:lnTo>
                <a:lnTo>
                  <a:pt x="43277" y="3705"/>
                </a:lnTo>
                <a:lnTo>
                  <a:pt x="47211" y="1564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20A0CBEA-8E54-2597-EA28-EA4BDBC847A0}"/>
              </a:ext>
            </a:extLst>
          </p:cNvPr>
          <p:cNvSpPr/>
          <p:nvPr/>
        </p:nvSpPr>
        <p:spPr>
          <a:xfrm>
            <a:off x="2296241" y="2749883"/>
            <a:ext cx="24591" cy="18734"/>
          </a:xfrm>
          <a:custGeom>
            <a:avLst/>
            <a:gdLst/>
            <a:ahLst/>
            <a:cxnLst/>
            <a:rect l="0" t="0" r="0" b="0"/>
            <a:pathLst>
              <a:path w="24591" h="18734">
                <a:moveTo>
                  <a:pt x="24590" y="4529"/>
                </a:moveTo>
                <a:lnTo>
                  <a:pt x="0" y="18733"/>
                </a:lnTo>
                <a:lnTo>
                  <a:pt x="17436" y="0"/>
                </a:lnTo>
                <a:lnTo>
                  <a:pt x="24590" y="452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60CE8EFE-5835-A80A-7331-36E8C0B89C42}"/>
              </a:ext>
            </a:extLst>
          </p:cNvPr>
          <p:cNvSpPr/>
          <p:nvPr/>
        </p:nvSpPr>
        <p:spPr>
          <a:xfrm>
            <a:off x="2693251" y="2857758"/>
            <a:ext cx="137165" cy="82664"/>
          </a:xfrm>
          <a:custGeom>
            <a:avLst/>
            <a:gdLst/>
            <a:ahLst/>
            <a:cxnLst/>
            <a:rect l="0" t="0" r="0" b="0"/>
            <a:pathLst>
              <a:path w="137165" h="82664">
                <a:moveTo>
                  <a:pt x="96301" y="76898"/>
                </a:moveTo>
                <a:lnTo>
                  <a:pt x="73142" y="74942"/>
                </a:lnTo>
                <a:lnTo>
                  <a:pt x="55974" y="53117"/>
                </a:lnTo>
                <a:lnTo>
                  <a:pt x="36571" y="50955"/>
                </a:lnTo>
                <a:lnTo>
                  <a:pt x="0" y="26146"/>
                </a:lnTo>
                <a:lnTo>
                  <a:pt x="36571" y="49411"/>
                </a:lnTo>
                <a:lnTo>
                  <a:pt x="61965" y="54558"/>
                </a:lnTo>
                <a:lnTo>
                  <a:pt x="77434" y="72265"/>
                </a:lnTo>
                <a:lnTo>
                  <a:pt x="89237" y="71133"/>
                </a:lnTo>
                <a:lnTo>
                  <a:pt x="86287" y="62485"/>
                </a:lnTo>
                <a:lnTo>
                  <a:pt x="110518" y="42617"/>
                </a:lnTo>
                <a:lnTo>
                  <a:pt x="92724" y="30882"/>
                </a:lnTo>
                <a:lnTo>
                  <a:pt x="86823" y="6691"/>
                </a:lnTo>
                <a:lnTo>
                  <a:pt x="93529" y="27382"/>
                </a:lnTo>
                <a:lnTo>
                  <a:pt x="111949" y="39735"/>
                </a:lnTo>
                <a:lnTo>
                  <a:pt x="137164" y="0"/>
                </a:lnTo>
                <a:lnTo>
                  <a:pt x="103812" y="63000"/>
                </a:lnTo>
                <a:lnTo>
                  <a:pt x="108909" y="82663"/>
                </a:lnTo>
                <a:lnTo>
                  <a:pt x="96301" y="7689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F0B87EBE-AB8B-6352-5658-798969492436}"/>
              </a:ext>
            </a:extLst>
          </p:cNvPr>
          <p:cNvSpPr/>
          <p:nvPr/>
        </p:nvSpPr>
        <p:spPr>
          <a:xfrm>
            <a:off x="2763085" y="2934964"/>
            <a:ext cx="119908" cy="114381"/>
          </a:xfrm>
          <a:custGeom>
            <a:avLst/>
            <a:gdLst/>
            <a:ahLst/>
            <a:cxnLst/>
            <a:rect l="0" t="0" r="0" b="0"/>
            <a:pathLst>
              <a:path w="119908" h="114381">
                <a:moveTo>
                  <a:pt x="119907" y="93789"/>
                </a:moveTo>
                <a:lnTo>
                  <a:pt x="99610" y="114380"/>
                </a:lnTo>
                <a:lnTo>
                  <a:pt x="69655" y="103364"/>
                </a:lnTo>
                <a:lnTo>
                  <a:pt x="54097" y="84626"/>
                </a:lnTo>
                <a:lnTo>
                  <a:pt x="42562" y="83596"/>
                </a:lnTo>
                <a:lnTo>
                  <a:pt x="38807" y="74845"/>
                </a:lnTo>
                <a:lnTo>
                  <a:pt x="6796" y="61667"/>
                </a:lnTo>
                <a:lnTo>
                  <a:pt x="0" y="50857"/>
                </a:lnTo>
                <a:lnTo>
                  <a:pt x="358" y="35929"/>
                </a:lnTo>
                <a:lnTo>
                  <a:pt x="25662" y="0"/>
                </a:lnTo>
                <a:lnTo>
                  <a:pt x="2504" y="42930"/>
                </a:lnTo>
                <a:lnTo>
                  <a:pt x="9657" y="60638"/>
                </a:lnTo>
                <a:lnTo>
                  <a:pt x="77345" y="91936"/>
                </a:lnTo>
                <a:lnTo>
                  <a:pt x="119907" y="9378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89EFC57-5F6B-0ABC-2A74-E55C1E32178A}"/>
              </a:ext>
            </a:extLst>
          </p:cNvPr>
          <p:cNvSpPr/>
          <p:nvPr/>
        </p:nvSpPr>
        <p:spPr>
          <a:xfrm>
            <a:off x="1574739" y="3870244"/>
            <a:ext cx="992346" cy="312156"/>
          </a:xfrm>
          <a:custGeom>
            <a:avLst/>
            <a:gdLst/>
            <a:ahLst/>
            <a:cxnLst/>
            <a:rect l="0" t="0" r="0" b="0"/>
            <a:pathLst>
              <a:path w="992346" h="312156">
                <a:moveTo>
                  <a:pt x="196806" y="173946"/>
                </a:moveTo>
                <a:lnTo>
                  <a:pt x="293108" y="234545"/>
                </a:lnTo>
                <a:lnTo>
                  <a:pt x="465592" y="219086"/>
                </a:lnTo>
                <a:lnTo>
                  <a:pt x="450391" y="308238"/>
                </a:lnTo>
                <a:lnTo>
                  <a:pt x="504309" y="309887"/>
                </a:lnTo>
                <a:lnTo>
                  <a:pt x="533727" y="294220"/>
                </a:lnTo>
                <a:lnTo>
                  <a:pt x="564487" y="290201"/>
                </a:lnTo>
                <a:lnTo>
                  <a:pt x="607675" y="282573"/>
                </a:lnTo>
                <a:lnTo>
                  <a:pt x="679566" y="284223"/>
                </a:lnTo>
                <a:lnTo>
                  <a:pt x="679476" y="225888"/>
                </a:lnTo>
                <a:lnTo>
                  <a:pt x="801798" y="272370"/>
                </a:lnTo>
                <a:lnTo>
                  <a:pt x="903554" y="231247"/>
                </a:lnTo>
                <a:lnTo>
                  <a:pt x="903197" y="152098"/>
                </a:lnTo>
                <a:lnTo>
                  <a:pt x="935476" y="81920"/>
                </a:lnTo>
                <a:lnTo>
                  <a:pt x="992345" y="52758"/>
                </a:lnTo>
                <a:lnTo>
                  <a:pt x="943881" y="82023"/>
                </a:lnTo>
                <a:lnTo>
                  <a:pt x="932704" y="101911"/>
                </a:lnTo>
                <a:lnTo>
                  <a:pt x="916430" y="111186"/>
                </a:lnTo>
                <a:lnTo>
                  <a:pt x="913211" y="133033"/>
                </a:lnTo>
                <a:lnTo>
                  <a:pt x="924657" y="223930"/>
                </a:lnTo>
                <a:lnTo>
                  <a:pt x="830769" y="278863"/>
                </a:lnTo>
                <a:lnTo>
                  <a:pt x="800457" y="276390"/>
                </a:lnTo>
                <a:lnTo>
                  <a:pt x="720697" y="252478"/>
                </a:lnTo>
                <a:lnTo>
                  <a:pt x="677777" y="289376"/>
                </a:lnTo>
                <a:lnTo>
                  <a:pt x="607317" y="288036"/>
                </a:lnTo>
                <a:lnTo>
                  <a:pt x="545799" y="312155"/>
                </a:lnTo>
                <a:lnTo>
                  <a:pt x="507886" y="309887"/>
                </a:lnTo>
                <a:lnTo>
                  <a:pt x="447083" y="309887"/>
                </a:lnTo>
                <a:lnTo>
                  <a:pt x="414446" y="225991"/>
                </a:lnTo>
                <a:lnTo>
                  <a:pt x="229443" y="223002"/>
                </a:lnTo>
                <a:lnTo>
                  <a:pt x="152634" y="188580"/>
                </a:lnTo>
                <a:lnTo>
                  <a:pt x="125452" y="145502"/>
                </a:lnTo>
                <a:lnTo>
                  <a:pt x="89864" y="110258"/>
                </a:lnTo>
                <a:lnTo>
                  <a:pt x="88701" y="51212"/>
                </a:lnTo>
                <a:lnTo>
                  <a:pt x="0" y="0"/>
                </a:lnTo>
                <a:lnTo>
                  <a:pt x="1431" y="12983"/>
                </a:lnTo>
                <a:lnTo>
                  <a:pt x="52845" y="34725"/>
                </a:lnTo>
                <a:lnTo>
                  <a:pt x="104170" y="94904"/>
                </a:lnTo>
                <a:lnTo>
                  <a:pt x="145481" y="17281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7A33AC94-1422-6FB3-066E-F2BF3D788451}"/>
              </a:ext>
            </a:extLst>
          </p:cNvPr>
          <p:cNvSpPr/>
          <p:nvPr/>
        </p:nvSpPr>
        <p:spPr>
          <a:xfrm>
            <a:off x="635955" y="5353745"/>
            <a:ext cx="146197" cy="101749"/>
          </a:xfrm>
          <a:custGeom>
            <a:avLst/>
            <a:gdLst/>
            <a:ahLst/>
            <a:cxnLst/>
            <a:rect l="0" t="0" r="0" b="0"/>
            <a:pathLst>
              <a:path w="146197" h="101749">
                <a:moveTo>
                  <a:pt x="146196" y="8358"/>
                </a:moveTo>
                <a:lnTo>
                  <a:pt x="126614" y="8874"/>
                </a:lnTo>
                <a:lnTo>
                  <a:pt x="120086" y="23630"/>
                </a:lnTo>
                <a:lnTo>
                  <a:pt x="101309" y="33433"/>
                </a:lnTo>
                <a:lnTo>
                  <a:pt x="92814" y="47261"/>
                </a:lnTo>
                <a:lnTo>
                  <a:pt x="93440" y="79974"/>
                </a:lnTo>
                <a:lnTo>
                  <a:pt x="84230" y="94112"/>
                </a:lnTo>
                <a:lnTo>
                  <a:pt x="23695" y="96072"/>
                </a:lnTo>
                <a:lnTo>
                  <a:pt x="17526" y="101748"/>
                </a:lnTo>
                <a:lnTo>
                  <a:pt x="18241" y="96072"/>
                </a:lnTo>
                <a:lnTo>
                  <a:pt x="0" y="85856"/>
                </a:lnTo>
                <a:lnTo>
                  <a:pt x="46050" y="97620"/>
                </a:lnTo>
                <a:lnTo>
                  <a:pt x="84141" y="88642"/>
                </a:lnTo>
                <a:lnTo>
                  <a:pt x="92546" y="76775"/>
                </a:lnTo>
                <a:lnTo>
                  <a:pt x="88344" y="57374"/>
                </a:lnTo>
                <a:lnTo>
                  <a:pt x="93172" y="41173"/>
                </a:lnTo>
                <a:lnTo>
                  <a:pt x="107747" y="25797"/>
                </a:lnTo>
                <a:lnTo>
                  <a:pt x="117315" y="24352"/>
                </a:lnTo>
                <a:lnTo>
                  <a:pt x="124826" y="8255"/>
                </a:lnTo>
                <a:lnTo>
                  <a:pt x="143424" y="0"/>
                </a:lnTo>
                <a:lnTo>
                  <a:pt x="146196" y="835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1E948DFD-3BEF-6230-BFF9-A6D7490A9472}"/>
              </a:ext>
            </a:extLst>
          </p:cNvPr>
          <p:cNvSpPr/>
          <p:nvPr/>
        </p:nvSpPr>
        <p:spPr>
          <a:xfrm>
            <a:off x="2221042" y="2868669"/>
            <a:ext cx="653904" cy="355204"/>
          </a:xfrm>
          <a:custGeom>
            <a:avLst/>
            <a:gdLst/>
            <a:ahLst/>
            <a:cxnLst/>
            <a:rect l="0" t="0" r="0" b="0"/>
            <a:pathLst>
              <a:path w="653904" h="355204">
                <a:moveTo>
                  <a:pt x="1162" y="0"/>
                </a:moveTo>
                <a:lnTo>
                  <a:pt x="22980" y="5971"/>
                </a:lnTo>
                <a:lnTo>
                  <a:pt x="64469" y="51060"/>
                </a:lnTo>
                <a:lnTo>
                  <a:pt x="104617" y="23265"/>
                </a:lnTo>
                <a:lnTo>
                  <a:pt x="129922" y="27485"/>
                </a:lnTo>
                <a:lnTo>
                  <a:pt x="138864" y="52604"/>
                </a:lnTo>
                <a:lnTo>
                  <a:pt x="191530" y="55280"/>
                </a:lnTo>
                <a:lnTo>
                  <a:pt x="192961" y="56310"/>
                </a:lnTo>
                <a:lnTo>
                  <a:pt x="188311" y="92032"/>
                </a:lnTo>
                <a:lnTo>
                  <a:pt x="192603" y="159466"/>
                </a:lnTo>
                <a:lnTo>
                  <a:pt x="253406" y="208474"/>
                </a:lnTo>
                <a:lnTo>
                  <a:pt x="272899" y="164717"/>
                </a:lnTo>
                <a:lnTo>
                  <a:pt x="339246" y="222065"/>
                </a:lnTo>
                <a:lnTo>
                  <a:pt x="382345" y="230096"/>
                </a:lnTo>
                <a:lnTo>
                  <a:pt x="377964" y="289507"/>
                </a:lnTo>
                <a:lnTo>
                  <a:pt x="392628" y="325444"/>
                </a:lnTo>
                <a:lnTo>
                  <a:pt x="415518" y="296715"/>
                </a:lnTo>
                <a:lnTo>
                  <a:pt x="442791" y="300113"/>
                </a:lnTo>
                <a:lnTo>
                  <a:pt x="483386" y="291979"/>
                </a:lnTo>
                <a:lnTo>
                  <a:pt x="506455" y="314632"/>
                </a:lnTo>
                <a:lnTo>
                  <a:pt x="573965" y="288478"/>
                </a:lnTo>
                <a:lnTo>
                  <a:pt x="598733" y="288581"/>
                </a:lnTo>
                <a:lnTo>
                  <a:pt x="617600" y="321222"/>
                </a:lnTo>
                <a:lnTo>
                  <a:pt x="636556" y="306600"/>
                </a:lnTo>
                <a:lnTo>
                  <a:pt x="653903" y="308660"/>
                </a:lnTo>
                <a:lnTo>
                  <a:pt x="638702" y="333579"/>
                </a:lnTo>
                <a:lnTo>
                  <a:pt x="633158" y="355203"/>
                </a:lnTo>
                <a:lnTo>
                  <a:pt x="580850" y="338933"/>
                </a:lnTo>
                <a:lnTo>
                  <a:pt x="491344" y="350672"/>
                </a:lnTo>
                <a:lnTo>
                  <a:pt x="464787" y="349231"/>
                </a:lnTo>
                <a:lnTo>
                  <a:pt x="424639" y="311234"/>
                </a:lnTo>
                <a:lnTo>
                  <a:pt x="364283" y="330078"/>
                </a:lnTo>
                <a:lnTo>
                  <a:pt x="375102" y="291052"/>
                </a:lnTo>
                <a:lnTo>
                  <a:pt x="380199" y="232052"/>
                </a:lnTo>
                <a:lnTo>
                  <a:pt x="332540" y="223712"/>
                </a:lnTo>
                <a:lnTo>
                  <a:pt x="275582" y="172336"/>
                </a:lnTo>
                <a:lnTo>
                  <a:pt x="221306" y="189118"/>
                </a:lnTo>
                <a:lnTo>
                  <a:pt x="190994" y="150715"/>
                </a:lnTo>
                <a:lnTo>
                  <a:pt x="181337" y="121270"/>
                </a:lnTo>
                <a:lnTo>
                  <a:pt x="146822" y="65163"/>
                </a:lnTo>
                <a:lnTo>
                  <a:pt x="122947" y="33765"/>
                </a:lnTo>
                <a:lnTo>
                  <a:pt x="65989" y="54766"/>
                </a:lnTo>
                <a:lnTo>
                  <a:pt x="34872" y="22338"/>
                </a:lnTo>
                <a:lnTo>
                  <a:pt x="0" y="164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EB1EEF54-F5D1-76D3-143C-61607578BAEE}"/>
              </a:ext>
            </a:extLst>
          </p:cNvPr>
          <p:cNvSpPr/>
          <p:nvPr/>
        </p:nvSpPr>
        <p:spPr>
          <a:xfrm>
            <a:off x="2296062" y="2949789"/>
            <a:ext cx="79046" cy="63316"/>
          </a:xfrm>
          <a:custGeom>
            <a:avLst/>
            <a:gdLst/>
            <a:ahLst/>
            <a:cxnLst/>
            <a:rect l="0" t="0" r="0" b="0"/>
            <a:pathLst>
              <a:path w="79046" h="63316">
                <a:moveTo>
                  <a:pt x="79045" y="35826"/>
                </a:moveTo>
                <a:lnTo>
                  <a:pt x="58568" y="38606"/>
                </a:lnTo>
                <a:lnTo>
                  <a:pt x="14843" y="63315"/>
                </a:lnTo>
                <a:lnTo>
                  <a:pt x="74484" y="29649"/>
                </a:lnTo>
                <a:lnTo>
                  <a:pt x="38986" y="2162"/>
                </a:lnTo>
                <a:lnTo>
                  <a:pt x="0" y="16163"/>
                </a:lnTo>
                <a:lnTo>
                  <a:pt x="37913" y="0"/>
                </a:lnTo>
                <a:lnTo>
                  <a:pt x="58568" y="11530"/>
                </a:lnTo>
                <a:lnTo>
                  <a:pt x="79045" y="3582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D2C990EB-C581-9EC5-F034-ED5ACB247076}"/>
              </a:ext>
            </a:extLst>
          </p:cNvPr>
          <p:cNvSpPr/>
          <p:nvPr/>
        </p:nvSpPr>
        <p:spPr>
          <a:xfrm>
            <a:off x="2669198" y="3217591"/>
            <a:ext cx="27362" cy="52828"/>
          </a:xfrm>
          <a:custGeom>
            <a:avLst/>
            <a:gdLst/>
            <a:ahLst/>
            <a:cxnLst/>
            <a:rect l="0" t="0" r="0" b="0"/>
            <a:pathLst>
              <a:path w="27362" h="52828">
                <a:moveTo>
                  <a:pt x="16005" y="0"/>
                </a:moveTo>
                <a:lnTo>
                  <a:pt x="17704" y="7414"/>
                </a:lnTo>
                <a:lnTo>
                  <a:pt x="27361" y="2780"/>
                </a:lnTo>
                <a:lnTo>
                  <a:pt x="3576" y="40779"/>
                </a:lnTo>
                <a:lnTo>
                  <a:pt x="5007" y="52827"/>
                </a:lnTo>
                <a:lnTo>
                  <a:pt x="0" y="52827"/>
                </a:lnTo>
                <a:lnTo>
                  <a:pt x="1967" y="32232"/>
                </a:lnTo>
                <a:lnTo>
                  <a:pt x="12518" y="21522"/>
                </a:lnTo>
                <a:lnTo>
                  <a:pt x="16005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F6918F19-5EEC-CD0C-6687-414128D9CB27}"/>
              </a:ext>
            </a:extLst>
          </p:cNvPr>
          <p:cNvSpPr/>
          <p:nvPr/>
        </p:nvSpPr>
        <p:spPr>
          <a:xfrm>
            <a:off x="3040723" y="3479900"/>
            <a:ext cx="82264" cy="34919"/>
          </a:xfrm>
          <a:custGeom>
            <a:avLst/>
            <a:gdLst/>
            <a:ahLst/>
            <a:cxnLst/>
            <a:rect l="0" t="0" r="0" b="0"/>
            <a:pathLst>
              <a:path w="82264" h="34919">
                <a:moveTo>
                  <a:pt x="82263" y="34918"/>
                </a:moveTo>
                <a:lnTo>
                  <a:pt x="58389" y="29150"/>
                </a:lnTo>
                <a:lnTo>
                  <a:pt x="45603" y="15348"/>
                </a:lnTo>
                <a:lnTo>
                  <a:pt x="4382" y="9477"/>
                </a:lnTo>
                <a:lnTo>
                  <a:pt x="0" y="0"/>
                </a:lnTo>
                <a:lnTo>
                  <a:pt x="49716" y="8858"/>
                </a:lnTo>
                <a:lnTo>
                  <a:pt x="57763" y="25545"/>
                </a:lnTo>
                <a:lnTo>
                  <a:pt x="82263" y="3491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7BD3C030-71CC-8323-57C2-1E097781C870}"/>
              </a:ext>
            </a:extLst>
          </p:cNvPr>
          <p:cNvSpPr/>
          <p:nvPr/>
        </p:nvSpPr>
        <p:spPr>
          <a:xfrm>
            <a:off x="1818042" y="5040512"/>
            <a:ext cx="341929" cy="263911"/>
          </a:xfrm>
          <a:custGeom>
            <a:avLst/>
            <a:gdLst/>
            <a:ahLst/>
            <a:cxnLst/>
            <a:rect l="0" t="0" r="0" b="0"/>
            <a:pathLst>
              <a:path w="341929" h="263911">
                <a:moveTo>
                  <a:pt x="308934" y="263910"/>
                </a:moveTo>
                <a:lnTo>
                  <a:pt x="284881" y="233368"/>
                </a:lnTo>
                <a:lnTo>
                  <a:pt x="245716" y="261536"/>
                </a:lnTo>
                <a:lnTo>
                  <a:pt x="228816" y="240694"/>
                </a:lnTo>
                <a:lnTo>
                  <a:pt x="167209" y="245234"/>
                </a:lnTo>
                <a:lnTo>
                  <a:pt x="174272" y="202001"/>
                </a:lnTo>
                <a:lnTo>
                  <a:pt x="143424" y="153303"/>
                </a:lnTo>
                <a:lnTo>
                  <a:pt x="164526" y="126685"/>
                </a:lnTo>
                <a:lnTo>
                  <a:pt x="139221" y="121011"/>
                </a:lnTo>
                <a:lnTo>
                  <a:pt x="136449" y="104297"/>
                </a:lnTo>
                <a:lnTo>
                  <a:pt x="122321" y="85831"/>
                </a:lnTo>
                <a:lnTo>
                  <a:pt x="85839" y="92536"/>
                </a:lnTo>
                <a:lnTo>
                  <a:pt x="62591" y="70046"/>
                </a:lnTo>
                <a:lnTo>
                  <a:pt x="46138" y="36209"/>
                </a:lnTo>
                <a:lnTo>
                  <a:pt x="36750" y="3611"/>
                </a:lnTo>
                <a:lnTo>
                  <a:pt x="0" y="0"/>
                </a:lnTo>
                <a:lnTo>
                  <a:pt x="38717" y="723"/>
                </a:lnTo>
                <a:lnTo>
                  <a:pt x="49179" y="41367"/>
                </a:lnTo>
                <a:lnTo>
                  <a:pt x="71712" y="64785"/>
                </a:lnTo>
                <a:lnTo>
                  <a:pt x="112217" y="91401"/>
                </a:lnTo>
                <a:lnTo>
                  <a:pt x="131889" y="88719"/>
                </a:lnTo>
                <a:lnTo>
                  <a:pt x="135018" y="112138"/>
                </a:lnTo>
                <a:lnTo>
                  <a:pt x="153438" y="109249"/>
                </a:lnTo>
                <a:lnTo>
                  <a:pt x="168192" y="132566"/>
                </a:lnTo>
                <a:lnTo>
                  <a:pt x="147984" y="153303"/>
                </a:lnTo>
                <a:lnTo>
                  <a:pt x="184913" y="170120"/>
                </a:lnTo>
                <a:lnTo>
                  <a:pt x="167834" y="237083"/>
                </a:lnTo>
                <a:lnTo>
                  <a:pt x="214599" y="231820"/>
                </a:lnTo>
                <a:lnTo>
                  <a:pt x="237400" y="254314"/>
                </a:lnTo>
                <a:lnTo>
                  <a:pt x="272094" y="227590"/>
                </a:lnTo>
                <a:lnTo>
                  <a:pt x="312689" y="230685"/>
                </a:lnTo>
                <a:lnTo>
                  <a:pt x="305804" y="183533"/>
                </a:lnTo>
                <a:lnTo>
                  <a:pt x="341928" y="236670"/>
                </a:lnTo>
                <a:lnTo>
                  <a:pt x="315282" y="24894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6FEE16EF-B0DD-1E2E-0340-3B77CBF65789}"/>
              </a:ext>
            </a:extLst>
          </p:cNvPr>
          <p:cNvSpPr/>
          <p:nvPr/>
        </p:nvSpPr>
        <p:spPr>
          <a:xfrm>
            <a:off x="2933423" y="3731047"/>
            <a:ext cx="47392" cy="47394"/>
          </a:xfrm>
          <a:custGeom>
            <a:avLst/>
            <a:gdLst/>
            <a:ahLst/>
            <a:cxnLst/>
            <a:rect l="0" t="0" r="0" b="0"/>
            <a:pathLst>
              <a:path w="47392" h="47394">
                <a:moveTo>
                  <a:pt x="0" y="47393"/>
                </a:moveTo>
                <a:lnTo>
                  <a:pt x="28882" y="27508"/>
                </a:lnTo>
                <a:lnTo>
                  <a:pt x="35856" y="8551"/>
                </a:lnTo>
                <a:lnTo>
                  <a:pt x="47391" y="0"/>
                </a:lnTo>
                <a:lnTo>
                  <a:pt x="35678" y="9375"/>
                </a:lnTo>
                <a:lnTo>
                  <a:pt x="29061" y="28538"/>
                </a:lnTo>
                <a:lnTo>
                  <a:pt x="0" y="4739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E98ABA87-E1BE-245A-943F-7D6B2DF15324}"/>
              </a:ext>
            </a:extLst>
          </p:cNvPr>
          <p:cNvSpPr/>
          <p:nvPr/>
        </p:nvSpPr>
        <p:spPr>
          <a:xfrm>
            <a:off x="2836406" y="3760307"/>
            <a:ext cx="64650" cy="26788"/>
          </a:xfrm>
          <a:custGeom>
            <a:avLst/>
            <a:gdLst/>
            <a:ahLst/>
            <a:cxnLst/>
            <a:rect l="0" t="0" r="0" b="0"/>
            <a:pathLst>
              <a:path w="64650" h="26788">
                <a:moveTo>
                  <a:pt x="64649" y="26787"/>
                </a:moveTo>
                <a:lnTo>
                  <a:pt x="6796" y="16690"/>
                </a:lnTo>
                <a:lnTo>
                  <a:pt x="0" y="412"/>
                </a:lnTo>
                <a:lnTo>
                  <a:pt x="14844" y="4945"/>
                </a:lnTo>
                <a:lnTo>
                  <a:pt x="19851" y="0"/>
                </a:lnTo>
                <a:lnTo>
                  <a:pt x="21639" y="9684"/>
                </a:lnTo>
                <a:lnTo>
                  <a:pt x="34336" y="18442"/>
                </a:lnTo>
                <a:lnTo>
                  <a:pt x="64649" y="2678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7A8FAF8E-EB05-D696-F35F-B34319E38103}"/>
              </a:ext>
            </a:extLst>
          </p:cNvPr>
          <p:cNvSpPr/>
          <p:nvPr/>
        </p:nvSpPr>
        <p:spPr>
          <a:xfrm>
            <a:off x="2571465" y="2900890"/>
            <a:ext cx="89865" cy="102846"/>
          </a:xfrm>
          <a:custGeom>
            <a:avLst/>
            <a:gdLst/>
            <a:ahLst/>
            <a:cxnLst/>
            <a:rect l="0" t="0" r="0" b="0"/>
            <a:pathLst>
              <a:path w="89865" h="102846">
                <a:moveTo>
                  <a:pt x="81459" y="102845"/>
                </a:moveTo>
                <a:lnTo>
                  <a:pt x="74395" y="98727"/>
                </a:lnTo>
                <a:lnTo>
                  <a:pt x="82711" y="93476"/>
                </a:lnTo>
                <a:lnTo>
                  <a:pt x="50163" y="73710"/>
                </a:lnTo>
                <a:lnTo>
                  <a:pt x="51504" y="66915"/>
                </a:lnTo>
                <a:lnTo>
                  <a:pt x="40953" y="67327"/>
                </a:lnTo>
                <a:lnTo>
                  <a:pt x="42473" y="61150"/>
                </a:lnTo>
                <a:lnTo>
                  <a:pt x="38002" y="65988"/>
                </a:lnTo>
                <a:lnTo>
                  <a:pt x="24858" y="43854"/>
                </a:lnTo>
                <a:lnTo>
                  <a:pt x="0" y="35310"/>
                </a:lnTo>
                <a:lnTo>
                  <a:pt x="2951" y="29133"/>
                </a:lnTo>
                <a:lnTo>
                  <a:pt x="11356" y="37266"/>
                </a:lnTo>
                <a:lnTo>
                  <a:pt x="16095" y="30162"/>
                </a:lnTo>
                <a:lnTo>
                  <a:pt x="21997" y="32530"/>
                </a:lnTo>
                <a:lnTo>
                  <a:pt x="61608" y="77004"/>
                </a:lnTo>
                <a:lnTo>
                  <a:pt x="82711" y="89976"/>
                </a:lnTo>
                <a:lnTo>
                  <a:pt x="88344" y="75872"/>
                </a:lnTo>
                <a:lnTo>
                  <a:pt x="59552" y="24912"/>
                </a:lnTo>
                <a:lnTo>
                  <a:pt x="72159" y="0"/>
                </a:lnTo>
                <a:lnTo>
                  <a:pt x="77524" y="206"/>
                </a:lnTo>
                <a:lnTo>
                  <a:pt x="66079" y="24398"/>
                </a:lnTo>
                <a:lnTo>
                  <a:pt x="89864" y="74533"/>
                </a:lnTo>
                <a:lnTo>
                  <a:pt x="89864" y="93991"/>
                </a:lnTo>
                <a:lnTo>
                  <a:pt x="81459" y="10284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0014CC7-755F-BE95-1213-E8F31F70A82B}"/>
              </a:ext>
            </a:extLst>
          </p:cNvPr>
          <p:cNvSpPr/>
          <p:nvPr/>
        </p:nvSpPr>
        <p:spPr>
          <a:xfrm>
            <a:off x="2651672" y="3003735"/>
            <a:ext cx="57138" cy="81749"/>
          </a:xfrm>
          <a:custGeom>
            <a:avLst/>
            <a:gdLst/>
            <a:ahLst/>
            <a:cxnLst/>
            <a:rect l="0" t="0" r="0" b="0"/>
            <a:pathLst>
              <a:path w="57138" h="81749">
                <a:moveTo>
                  <a:pt x="11535" y="16267"/>
                </a:moveTo>
                <a:lnTo>
                  <a:pt x="16095" y="17811"/>
                </a:lnTo>
                <a:lnTo>
                  <a:pt x="14128" y="32842"/>
                </a:lnTo>
                <a:lnTo>
                  <a:pt x="24411" y="45609"/>
                </a:lnTo>
                <a:lnTo>
                  <a:pt x="24768" y="58067"/>
                </a:lnTo>
                <a:lnTo>
                  <a:pt x="41579" y="63627"/>
                </a:lnTo>
                <a:lnTo>
                  <a:pt x="57137" y="81748"/>
                </a:lnTo>
                <a:lnTo>
                  <a:pt x="38628" y="63833"/>
                </a:lnTo>
                <a:lnTo>
                  <a:pt x="23069" y="59097"/>
                </a:lnTo>
                <a:lnTo>
                  <a:pt x="22175" y="47462"/>
                </a:lnTo>
                <a:lnTo>
                  <a:pt x="11892" y="37579"/>
                </a:lnTo>
                <a:lnTo>
                  <a:pt x="13144" y="21826"/>
                </a:lnTo>
                <a:lnTo>
                  <a:pt x="0" y="9369"/>
                </a:lnTo>
                <a:lnTo>
                  <a:pt x="1252" y="0"/>
                </a:lnTo>
                <a:lnTo>
                  <a:pt x="3487" y="11222"/>
                </a:lnTo>
                <a:lnTo>
                  <a:pt x="11535" y="1626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BE3F5772-B4BA-4481-B19E-77D8169D7E1C}"/>
              </a:ext>
            </a:extLst>
          </p:cNvPr>
          <p:cNvSpPr/>
          <p:nvPr/>
        </p:nvSpPr>
        <p:spPr>
          <a:xfrm>
            <a:off x="2730895" y="3056860"/>
            <a:ext cx="86556" cy="44789"/>
          </a:xfrm>
          <a:custGeom>
            <a:avLst/>
            <a:gdLst/>
            <a:ahLst/>
            <a:cxnLst/>
            <a:rect l="0" t="0" r="0" b="0"/>
            <a:pathLst>
              <a:path w="86556" h="44789">
                <a:moveTo>
                  <a:pt x="86555" y="0"/>
                </a:moveTo>
                <a:lnTo>
                  <a:pt x="66347" y="2574"/>
                </a:lnTo>
                <a:lnTo>
                  <a:pt x="15201" y="44788"/>
                </a:lnTo>
                <a:lnTo>
                  <a:pt x="0" y="41082"/>
                </a:lnTo>
                <a:lnTo>
                  <a:pt x="13412" y="44479"/>
                </a:lnTo>
                <a:lnTo>
                  <a:pt x="65900" y="1545"/>
                </a:lnTo>
                <a:lnTo>
                  <a:pt x="86555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DA52967-81AA-52BA-0B6D-B4EDA6E4E339}"/>
              </a:ext>
            </a:extLst>
          </p:cNvPr>
          <p:cNvSpPr/>
          <p:nvPr/>
        </p:nvSpPr>
        <p:spPr>
          <a:xfrm>
            <a:off x="1022682" y="4569709"/>
            <a:ext cx="23070" cy="47329"/>
          </a:xfrm>
          <a:custGeom>
            <a:avLst/>
            <a:gdLst/>
            <a:ahLst/>
            <a:cxnLst/>
            <a:rect l="0" t="0" r="0" b="0"/>
            <a:pathLst>
              <a:path w="23070" h="47329">
                <a:moveTo>
                  <a:pt x="4202" y="47328"/>
                </a:moveTo>
                <a:lnTo>
                  <a:pt x="0" y="39491"/>
                </a:lnTo>
                <a:lnTo>
                  <a:pt x="11713" y="31964"/>
                </a:lnTo>
                <a:lnTo>
                  <a:pt x="23069" y="0"/>
                </a:lnTo>
                <a:lnTo>
                  <a:pt x="4202" y="4732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72F0BCF-6A1C-F12F-627E-B48B7855EFE2}"/>
              </a:ext>
            </a:extLst>
          </p:cNvPr>
          <p:cNvSpPr/>
          <p:nvPr/>
        </p:nvSpPr>
        <p:spPr>
          <a:xfrm>
            <a:off x="2698794" y="4036048"/>
            <a:ext cx="119194" cy="44935"/>
          </a:xfrm>
          <a:custGeom>
            <a:avLst/>
            <a:gdLst/>
            <a:ahLst/>
            <a:cxnLst/>
            <a:rect l="0" t="0" r="0" b="0"/>
            <a:pathLst>
              <a:path w="119194" h="44935">
                <a:moveTo>
                  <a:pt x="95855" y="6287"/>
                </a:moveTo>
                <a:lnTo>
                  <a:pt x="119193" y="10100"/>
                </a:lnTo>
                <a:lnTo>
                  <a:pt x="95765" y="10718"/>
                </a:lnTo>
                <a:lnTo>
                  <a:pt x="52667" y="44934"/>
                </a:lnTo>
                <a:lnTo>
                  <a:pt x="38360" y="44728"/>
                </a:lnTo>
                <a:lnTo>
                  <a:pt x="20119" y="21848"/>
                </a:lnTo>
                <a:lnTo>
                  <a:pt x="0" y="9275"/>
                </a:lnTo>
                <a:lnTo>
                  <a:pt x="7690" y="0"/>
                </a:lnTo>
                <a:lnTo>
                  <a:pt x="28614" y="28856"/>
                </a:lnTo>
                <a:lnTo>
                  <a:pt x="39075" y="34319"/>
                </a:lnTo>
                <a:lnTo>
                  <a:pt x="56065" y="32257"/>
                </a:lnTo>
                <a:lnTo>
                  <a:pt x="58837" y="37410"/>
                </a:lnTo>
                <a:lnTo>
                  <a:pt x="72785" y="17108"/>
                </a:lnTo>
                <a:lnTo>
                  <a:pt x="95855" y="628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10BD168C-6AF6-D2E3-61B1-B98602431AD2}"/>
              </a:ext>
            </a:extLst>
          </p:cNvPr>
          <p:cNvSpPr/>
          <p:nvPr/>
        </p:nvSpPr>
        <p:spPr>
          <a:xfrm>
            <a:off x="2788479" y="4048621"/>
            <a:ext cx="16454" cy="45760"/>
          </a:xfrm>
          <a:custGeom>
            <a:avLst/>
            <a:gdLst/>
            <a:ahLst/>
            <a:cxnLst/>
            <a:rect l="0" t="0" r="0" b="0"/>
            <a:pathLst>
              <a:path w="16454" h="45760">
                <a:moveTo>
                  <a:pt x="5276" y="0"/>
                </a:moveTo>
                <a:lnTo>
                  <a:pt x="16095" y="412"/>
                </a:lnTo>
                <a:lnTo>
                  <a:pt x="12340" y="3607"/>
                </a:lnTo>
                <a:lnTo>
                  <a:pt x="16453" y="18654"/>
                </a:lnTo>
                <a:lnTo>
                  <a:pt x="5186" y="45759"/>
                </a:lnTo>
                <a:lnTo>
                  <a:pt x="1788" y="43801"/>
                </a:lnTo>
                <a:lnTo>
                  <a:pt x="15201" y="18757"/>
                </a:lnTo>
                <a:lnTo>
                  <a:pt x="0" y="11852"/>
                </a:lnTo>
                <a:lnTo>
                  <a:pt x="5276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73682883-CEA0-8559-6179-A1C590C77418}"/>
              </a:ext>
            </a:extLst>
          </p:cNvPr>
          <p:cNvSpPr/>
          <p:nvPr/>
        </p:nvSpPr>
        <p:spPr>
          <a:xfrm>
            <a:off x="1350482" y="3988643"/>
            <a:ext cx="156570" cy="120785"/>
          </a:xfrm>
          <a:custGeom>
            <a:avLst/>
            <a:gdLst/>
            <a:ahLst/>
            <a:cxnLst/>
            <a:rect l="0" t="0" r="0" b="0"/>
            <a:pathLst>
              <a:path w="156570" h="120785">
                <a:moveTo>
                  <a:pt x="29240" y="22260"/>
                </a:moveTo>
                <a:lnTo>
                  <a:pt x="0" y="19683"/>
                </a:lnTo>
                <a:lnTo>
                  <a:pt x="4114" y="13088"/>
                </a:lnTo>
                <a:lnTo>
                  <a:pt x="31833" y="20920"/>
                </a:lnTo>
                <a:lnTo>
                  <a:pt x="37645" y="28134"/>
                </a:lnTo>
                <a:lnTo>
                  <a:pt x="64559" y="15458"/>
                </a:lnTo>
                <a:lnTo>
                  <a:pt x="98090" y="28340"/>
                </a:lnTo>
                <a:lnTo>
                  <a:pt x="87897" y="825"/>
                </a:lnTo>
                <a:lnTo>
                  <a:pt x="91921" y="0"/>
                </a:lnTo>
                <a:lnTo>
                  <a:pt x="107569" y="43077"/>
                </a:lnTo>
                <a:lnTo>
                  <a:pt x="142262" y="53279"/>
                </a:lnTo>
                <a:lnTo>
                  <a:pt x="154423" y="64203"/>
                </a:lnTo>
                <a:lnTo>
                  <a:pt x="156569" y="105428"/>
                </a:lnTo>
                <a:lnTo>
                  <a:pt x="147895" y="120784"/>
                </a:lnTo>
                <a:lnTo>
                  <a:pt x="138775" y="115940"/>
                </a:lnTo>
                <a:lnTo>
                  <a:pt x="146822" y="117692"/>
                </a:lnTo>
                <a:lnTo>
                  <a:pt x="156301" y="96977"/>
                </a:lnTo>
                <a:lnTo>
                  <a:pt x="154691" y="72242"/>
                </a:lnTo>
                <a:lnTo>
                  <a:pt x="148074" y="60802"/>
                </a:lnTo>
                <a:lnTo>
                  <a:pt x="128224" y="55650"/>
                </a:lnTo>
                <a:lnTo>
                  <a:pt x="120981" y="47405"/>
                </a:lnTo>
                <a:lnTo>
                  <a:pt x="101935" y="45447"/>
                </a:lnTo>
                <a:lnTo>
                  <a:pt x="97912" y="33184"/>
                </a:lnTo>
                <a:lnTo>
                  <a:pt x="66437" y="17725"/>
                </a:lnTo>
                <a:lnTo>
                  <a:pt x="39523" y="29474"/>
                </a:lnTo>
                <a:lnTo>
                  <a:pt x="29240" y="2226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8918EB17-8A70-F695-02C4-F4BB217DDCE8}"/>
              </a:ext>
            </a:extLst>
          </p:cNvPr>
          <p:cNvSpPr/>
          <p:nvPr/>
        </p:nvSpPr>
        <p:spPr>
          <a:xfrm>
            <a:off x="1496679" y="4110355"/>
            <a:ext cx="99342" cy="99359"/>
          </a:xfrm>
          <a:custGeom>
            <a:avLst/>
            <a:gdLst/>
            <a:ahLst/>
            <a:cxnLst/>
            <a:rect l="0" t="0" r="0" b="0"/>
            <a:pathLst>
              <a:path w="99342" h="99359">
                <a:moveTo>
                  <a:pt x="18598" y="25560"/>
                </a:moveTo>
                <a:lnTo>
                  <a:pt x="894" y="9687"/>
                </a:lnTo>
                <a:lnTo>
                  <a:pt x="0" y="0"/>
                </a:lnTo>
                <a:lnTo>
                  <a:pt x="17972" y="23086"/>
                </a:lnTo>
                <a:lnTo>
                  <a:pt x="41757" y="32774"/>
                </a:lnTo>
                <a:lnTo>
                  <a:pt x="54007" y="29270"/>
                </a:lnTo>
                <a:lnTo>
                  <a:pt x="59998" y="41844"/>
                </a:lnTo>
                <a:lnTo>
                  <a:pt x="36124" y="61427"/>
                </a:lnTo>
                <a:lnTo>
                  <a:pt x="39343" y="71837"/>
                </a:lnTo>
                <a:lnTo>
                  <a:pt x="58478" y="72868"/>
                </a:lnTo>
                <a:lnTo>
                  <a:pt x="87002" y="89669"/>
                </a:lnTo>
                <a:lnTo>
                  <a:pt x="99341" y="81423"/>
                </a:lnTo>
                <a:lnTo>
                  <a:pt x="93529" y="99358"/>
                </a:lnTo>
                <a:lnTo>
                  <a:pt x="25841" y="69776"/>
                </a:lnTo>
                <a:lnTo>
                  <a:pt x="49357" y="41947"/>
                </a:lnTo>
                <a:lnTo>
                  <a:pt x="37912" y="38649"/>
                </a:lnTo>
                <a:lnTo>
                  <a:pt x="31742" y="26899"/>
                </a:lnTo>
                <a:lnTo>
                  <a:pt x="18598" y="2556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469AC2A-532C-4F8F-F0A4-2D4265F6AAB8}"/>
              </a:ext>
            </a:extLst>
          </p:cNvPr>
          <p:cNvSpPr/>
          <p:nvPr/>
        </p:nvSpPr>
        <p:spPr>
          <a:xfrm>
            <a:off x="1613099" y="4174565"/>
            <a:ext cx="1222235" cy="784148"/>
          </a:xfrm>
          <a:custGeom>
            <a:avLst/>
            <a:gdLst/>
            <a:ahLst/>
            <a:cxnLst/>
            <a:rect l="0" t="0" r="0" b="0"/>
            <a:pathLst>
              <a:path w="1222235" h="784148">
                <a:moveTo>
                  <a:pt x="130280" y="0"/>
                </a:moveTo>
                <a:lnTo>
                  <a:pt x="127597" y="24325"/>
                </a:lnTo>
                <a:lnTo>
                  <a:pt x="212543" y="79676"/>
                </a:lnTo>
                <a:lnTo>
                  <a:pt x="297757" y="76893"/>
                </a:lnTo>
                <a:lnTo>
                  <a:pt x="273704" y="168740"/>
                </a:lnTo>
                <a:lnTo>
                  <a:pt x="274688" y="263378"/>
                </a:lnTo>
                <a:lnTo>
                  <a:pt x="341571" y="363799"/>
                </a:lnTo>
                <a:lnTo>
                  <a:pt x="388694" y="396484"/>
                </a:lnTo>
                <a:lnTo>
                  <a:pt x="544457" y="392979"/>
                </a:lnTo>
                <a:lnTo>
                  <a:pt x="759146" y="481760"/>
                </a:lnTo>
                <a:lnTo>
                  <a:pt x="754139" y="528061"/>
                </a:lnTo>
                <a:lnTo>
                  <a:pt x="866804" y="516717"/>
                </a:lnTo>
                <a:lnTo>
                  <a:pt x="904090" y="525276"/>
                </a:lnTo>
                <a:lnTo>
                  <a:pt x="871275" y="594577"/>
                </a:lnTo>
                <a:lnTo>
                  <a:pt x="906236" y="598599"/>
                </a:lnTo>
                <a:lnTo>
                  <a:pt x="1054668" y="703488"/>
                </a:lnTo>
                <a:lnTo>
                  <a:pt x="1100628" y="679044"/>
                </a:lnTo>
                <a:lnTo>
                  <a:pt x="1111358" y="667080"/>
                </a:lnTo>
                <a:lnTo>
                  <a:pt x="1222234" y="724735"/>
                </a:lnTo>
                <a:lnTo>
                  <a:pt x="1179225" y="762383"/>
                </a:lnTo>
                <a:lnTo>
                  <a:pt x="1197913" y="784147"/>
                </a:lnTo>
                <a:lnTo>
                  <a:pt x="1038752" y="723085"/>
                </a:lnTo>
                <a:lnTo>
                  <a:pt x="884776" y="623867"/>
                </a:lnTo>
                <a:lnTo>
                  <a:pt x="899709" y="540229"/>
                </a:lnTo>
                <a:lnTo>
                  <a:pt x="794913" y="534970"/>
                </a:lnTo>
                <a:lnTo>
                  <a:pt x="728476" y="503518"/>
                </a:lnTo>
                <a:lnTo>
                  <a:pt x="635036" y="443813"/>
                </a:lnTo>
                <a:lnTo>
                  <a:pt x="457365" y="393185"/>
                </a:lnTo>
                <a:lnTo>
                  <a:pt x="384938" y="396175"/>
                </a:lnTo>
                <a:lnTo>
                  <a:pt x="339246" y="368129"/>
                </a:lnTo>
                <a:lnTo>
                  <a:pt x="301691" y="279770"/>
                </a:lnTo>
                <a:lnTo>
                  <a:pt x="236685" y="186986"/>
                </a:lnTo>
                <a:lnTo>
                  <a:pt x="294717" y="75553"/>
                </a:lnTo>
                <a:lnTo>
                  <a:pt x="224793" y="72461"/>
                </a:lnTo>
                <a:lnTo>
                  <a:pt x="121875" y="78749"/>
                </a:lnTo>
                <a:lnTo>
                  <a:pt x="63486" y="42775"/>
                </a:lnTo>
                <a:lnTo>
                  <a:pt x="0" y="15152"/>
                </a:lnTo>
                <a:lnTo>
                  <a:pt x="87628" y="3401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D3537B1C-A2F0-9E39-1D0B-A061A06F8D64}"/>
              </a:ext>
            </a:extLst>
          </p:cNvPr>
          <p:cNvSpPr/>
          <p:nvPr/>
        </p:nvSpPr>
        <p:spPr>
          <a:xfrm>
            <a:off x="1891095" y="4552386"/>
            <a:ext cx="137166" cy="59084"/>
          </a:xfrm>
          <a:custGeom>
            <a:avLst/>
            <a:gdLst/>
            <a:ahLst/>
            <a:cxnLst/>
            <a:rect l="0" t="0" r="0" b="0"/>
            <a:pathLst>
              <a:path w="137166" h="59084">
                <a:moveTo>
                  <a:pt x="137165" y="32686"/>
                </a:moveTo>
                <a:lnTo>
                  <a:pt x="136807" y="40935"/>
                </a:lnTo>
                <a:lnTo>
                  <a:pt x="122411" y="55680"/>
                </a:lnTo>
                <a:lnTo>
                  <a:pt x="98448" y="59083"/>
                </a:lnTo>
                <a:lnTo>
                  <a:pt x="68225" y="28768"/>
                </a:lnTo>
                <a:lnTo>
                  <a:pt x="42562" y="34439"/>
                </a:lnTo>
                <a:lnTo>
                  <a:pt x="0" y="0"/>
                </a:lnTo>
                <a:lnTo>
                  <a:pt x="46854" y="33924"/>
                </a:lnTo>
                <a:lnTo>
                  <a:pt x="70460" y="28459"/>
                </a:lnTo>
                <a:lnTo>
                  <a:pt x="96391" y="57227"/>
                </a:lnTo>
                <a:lnTo>
                  <a:pt x="117761" y="55783"/>
                </a:lnTo>
                <a:lnTo>
                  <a:pt x="137165" y="3268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C55B1EDD-EB66-CA64-A974-3DA354128405}"/>
              </a:ext>
            </a:extLst>
          </p:cNvPr>
          <p:cNvSpPr/>
          <p:nvPr/>
        </p:nvSpPr>
        <p:spPr>
          <a:xfrm>
            <a:off x="1414326" y="4057896"/>
            <a:ext cx="70819" cy="46070"/>
          </a:xfrm>
          <a:custGeom>
            <a:avLst/>
            <a:gdLst/>
            <a:ahLst/>
            <a:cxnLst/>
            <a:rect l="0" t="0" r="0" b="0"/>
            <a:pathLst>
              <a:path w="70819" h="46070">
                <a:moveTo>
                  <a:pt x="70818" y="46069"/>
                </a:moveTo>
                <a:lnTo>
                  <a:pt x="25305" y="15459"/>
                </a:lnTo>
                <a:lnTo>
                  <a:pt x="4113" y="16799"/>
                </a:lnTo>
                <a:lnTo>
                  <a:pt x="0" y="10409"/>
                </a:lnTo>
                <a:lnTo>
                  <a:pt x="6349" y="0"/>
                </a:lnTo>
                <a:lnTo>
                  <a:pt x="13859" y="3607"/>
                </a:lnTo>
                <a:lnTo>
                  <a:pt x="13412" y="10925"/>
                </a:lnTo>
                <a:lnTo>
                  <a:pt x="31832" y="11028"/>
                </a:lnTo>
                <a:lnTo>
                  <a:pt x="70818" y="4606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C691C60-381A-0E76-8A58-B1D1566D5AA9}"/>
              </a:ext>
            </a:extLst>
          </p:cNvPr>
          <p:cNvSpPr/>
          <p:nvPr/>
        </p:nvSpPr>
        <p:spPr>
          <a:xfrm>
            <a:off x="1250068" y="3952061"/>
            <a:ext cx="100415" cy="67602"/>
          </a:xfrm>
          <a:custGeom>
            <a:avLst/>
            <a:gdLst/>
            <a:ahLst/>
            <a:cxnLst/>
            <a:rect l="0" t="0" r="0" b="0"/>
            <a:pathLst>
              <a:path w="100415" h="67602">
                <a:moveTo>
                  <a:pt x="54365" y="57399"/>
                </a:moveTo>
                <a:lnTo>
                  <a:pt x="79223" y="63892"/>
                </a:lnTo>
                <a:lnTo>
                  <a:pt x="100414" y="52865"/>
                </a:lnTo>
                <a:lnTo>
                  <a:pt x="77256" y="67601"/>
                </a:lnTo>
                <a:lnTo>
                  <a:pt x="44082" y="59048"/>
                </a:lnTo>
                <a:lnTo>
                  <a:pt x="44261" y="47300"/>
                </a:lnTo>
                <a:lnTo>
                  <a:pt x="21728" y="24732"/>
                </a:lnTo>
                <a:lnTo>
                  <a:pt x="21013" y="15354"/>
                </a:lnTo>
                <a:lnTo>
                  <a:pt x="0" y="0"/>
                </a:lnTo>
                <a:lnTo>
                  <a:pt x="20208" y="8141"/>
                </a:lnTo>
                <a:lnTo>
                  <a:pt x="31743" y="21022"/>
                </a:lnTo>
                <a:lnTo>
                  <a:pt x="35319" y="36892"/>
                </a:lnTo>
                <a:lnTo>
                  <a:pt x="54365" y="5739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C613E179-55FB-3980-8D45-843834373348}"/>
              </a:ext>
            </a:extLst>
          </p:cNvPr>
          <p:cNvSpPr/>
          <p:nvPr/>
        </p:nvSpPr>
        <p:spPr>
          <a:xfrm>
            <a:off x="1333940" y="3865401"/>
            <a:ext cx="115438" cy="124171"/>
          </a:xfrm>
          <a:custGeom>
            <a:avLst/>
            <a:gdLst/>
            <a:ahLst/>
            <a:cxnLst/>
            <a:rect l="0" t="0" r="0" b="0"/>
            <a:pathLst>
              <a:path w="115438" h="124171">
                <a:moveTo>
                  <a:pt x="108820" y="124170"/>
                </a:moveTo>
                <a:lnTo>
                  <a:pt x="111056" y="98407"/>
                </a:lnTo>
                <a:lnTo>
                  <a:pt x="98269" y="97171"/>
                </a:lnTo>
                <a:lnTo>
                  <a:pt x="103724" y="106857"/>
                </a:lnTo>
                <a:lnTo>
                  <a:pt x="97196" y="112834"/>
                </a:lnTo>
                <a:lnTo>
                  <a:pt x="77972" y="110361"/>
                </a:lnTo>
                <a:lnTo>
                  <a:pt x="79492" y="94698"/>
                </a:lnTo>
                <a:lnTo>
                  <a:pt x="75200" y="90678"/>
                </a:lnTo>
                <a:lnTo>
                  <a:pt x="14307" y="53994"/>
                </a:lnTo>
                <a:lnTo>
                  <a:pt x="90" y="35652"/>
                </a:lnTo>
                <a:lnTo>
                  <a:pt x="4292" y="14941"/>
                </a:lnTo>
                <a:lnTo>
                  <a:pt x="0" y="0"/>
                </a:lnTo>
                <a:lnTo>
                  <a:pt x="5008" y="14941"/>
                </a:lnTo>
                <a:lnTo>
                  <a:pt x="2057" y="34313"/>
                </a:lnTo>
                <a:lnTo>
                  <a:pt x="9657" y="45751"/>
                </a:lnTo>
                <a:lnTo>
                  <a:pt x="44083" y="64814"/>
                </a:lnTo>
                <a:lnTo>
                  <a:pt x="54008" y="77282"/>
                </a:lnTo>
                <a:lnTo>
                  <a:pt x="115437" y="98819"/>
                </a:lnTo>
                <a:lnTo>
                  <a:pt x="108820" y="12417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77E0EB0A-C177-BA37-7298-7244D5674B3F}"/>
              </a:ext>
            </a:extLst>
          </p:cNvPr>
          <p:cNvSpPr/>
          <p:nvPr/>
        </p:nvSpPr>
        <p:spPr>
          <a:xfrm>
            <a:off x="2604728" y="3899920"/>
            <a:ext cx="55529" cy="52142"/>
          </a:xfrm>
          <a:custGeom>
            <a:avLst/>
            <a:gdLst/>
            <a:ahLst/>
            <a:cxnLst/>
            <a:rect l="0" t="0" r="0" b="0"/>
            <a:pathLst>
              <a:path w="55529" h="52142">
                <a:moveTo>
                  <a:pt x="24768" y="0"/>
                </a:moveTo>
                <a:lnTo>
                  <a:pt x="55528" y="22875"/>
                </a:lnTo>
                <a:lnTo>
                  <a:pt x="30670" y="52141"/>
                </a:lnTo>
                <a:lnTo>
                  <a:pt x="0" y="31119"/>
                </a:lnTo>
                <a:lnTo>
                  <a:pt x="24768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13041087-DCD7-731D-8448-CB4ECCFA95E4}"/>
              </a:ext>
            </a:extLst>
          </p:cNvPr>
          <p:cNvSpPr/>
          <p:nvPr/>
        </p:nvSpPr>
        <p:spPr>
          <a:xfrm>
            <a:off x="2845885" y="3930833"/>
            <a:ext cx="54366" cy="34934"/>
          </a:xfrm>
          <a:custGeom>
            <a:avLst/>
            <a:gdLst/>
            <a:ahLst/>
            <a:cxnLst/>
            <a:rect l="0" t="0" r="0" b="0"/>
            <a:pathLst>
              <a:path w="54366" h="34934">
                <a:moveTo>
                  <a:pt x="0" y="1855"/>
                </a:moveTo>
                <a:lnTo>
                  <a:pt x="13949" y="0"/>
                </a:lnTo>
                <a:lnTo>
                  <a:pt x="34961" y="8553"/>
                </a:lnTo>
                <a:lnTo>
                  <a:pt x="54365" y="28956"/>
                </a:lnTo>
                <a:lnTo>
                  <a:pt x="38359" y="34933"/>
                </a:lnTo>
                <a:lnTo>
                  <a:pt x="34872" y="26277"/>
                </a:lnTo>
                <a:lnTo>
                  <a:pt x="23784" y="26896"/>
                </a:lnTo>
                <a:lnTo>
                  <a:pt x="0" y="185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20639C53-E3B6-7810-1D84-EC25D017DA90}"/>
              </a:ext>
            </a:extLst>
          </p:cNvPr>
          <p:cNvSpPr/>
          <p:nvPr/>
        </p:nvSpPr>
        <p:spPr>
          <a:xfrm>
            <a:off x="2662491" y="3978957"/>
            <a:ext cx="21998" cy="44726"/>
          </a:xfrm>
          <a:custGeom>
            <a:avLst/>
            <a:gdLst/>
            <a:ahLst/>
            <a:cxnLst/>
            <a:rect l="0" t="0" r="0" b="0"/>
            <a:pathLst>
              <a:path w="21998" h="44726">
                <a:moveTo>
                  <a:pt x="16721" y="9789"/>
                </a:moveTo>
                <a:lnTo>
                  <a:pt x="21997" y="16385"/>
                </a:lnTo>
                <a:lnTo>
                  <a:pt x="5365" y="44725"/>
                </a:lnTo>
                <a:lnTo>
                  <a:pt x="0" y="0"/>
                </a:lnTo>
                <a:lnTo>
                  <a:pt x="16721" y="978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1ACA827D-0DBA-4967-B9F5-A3623412D90A}"/>
              </a:ext>
            </a:extLst>
          </p:cNvPr>
          <p:cNvSpPr/>
          <p:nvPr/>
        </p:nvSpPr>
        <p:spPr>
          <a:xfrm>
            <a:off x="2929489" y="3955049"/>
            <a:ext cx="273973" cy="135106"/>
          </a:xfrm>
          <a:custGeom>
            <a:avLst/>
            <a:gdLst/>
            <a:ahLst/>
            <a:cxnLst/>
            <a:rect l="0" t="0" r="0" b="0"/>
            <a:pathLst>
              <a:path w="273973" h="135106">
                <a:moveTo>
                  <a:pt x="0" y="20507"/>
                </a:moveTo>
                <a:lnTo>
                  <a:pt x="7422" y="0"/>
                </a:lnTo>
                <a:lnTo>
                  <a:pt x="11535" y="24629"/>
                </a:lnTo>
                <a:lnTo>
                  <a:pt x="34962" y="33594"/>
                </a:lnTo>
                <a:lnTo>
                  <a:pt x="87718" y="26690"/>
                </a:lnTo>
                <a:lnTo>
                  <a:pt x="191172" y="31533"/>
                </a:lnTo>
                <a:lnTo>
                  <a:pt x="238206" y="17209"/>
                </a:lnTo>
                <a:lnTo>
                  <a:pt x="256268" y="928"/>
                </a:lnTo>
                <a:lnTo>
                  <a:pt x="273972" y="6698"/>
                </a:lnTo>
                <a:lnTo>
                  <a:pt x="246521" y="61831"/>
                </a:lnTo>
                <a:lnTo>
                  <a:pt x="243749" y="61934"/>
                </a:lnTo>
                <a:lnTo>
                  <a:pt x="204317" y="65747"/>
                </a:lnTo>
                <a:lnTo>
                  <a:pt x="193676" y="64613"/>
                </a:lnTo>
                <a:lnTo>
                  <a:pt x="194123" y="69560"/>
                </a:lnTo>
                <a:lnTo>
                  <a:pt x="200829" y="81617"/>
                </a:lnTo>
                <a:lnTo>
                  <a:pt x="211112" y="94706"/>
                </a:lnTo>
                <a:lnTo>
                  <a:pt x="214957" y="88316"/>
                </a:lnTo>
                <a:lnTo>
                  <a:pt x="237759" y="85534"/>
                </a:lnTo>
                <a:lnTo>
                  <a:pt x="229979" y="104393"/>
                </a:lnTo>
                <a:lnTo>
                  <a:pt x="220412" y="128715"/>
                </a:lnTo>
                <a:lnTo>
                  <a:pt x="223988" y="135105"/>
                </a:lnTo>
                <a:lnTo>
                  <a:pt x="218534" y="97076"/>
                </a:lnTo>
                <a:lnTo>
                  <a:pt x="192782" y="111092"/>
                </a:lnTo>
                <a:lnTo>
                  <a:pt x="186880" y="109443"/>
                </a:lnTo>
                <a:lnTo>
                  <a:pt x="170070" y="112123"/>
                </a:lnTo>
                <a:lnTo>
                  <a:pt x="141725" y="94293"/>
                </a:lnTo>
                <a:lnTo>
                  <a:pt x="120086" y="58946"/>
                </a:lnTo>
                <a:lnTo>
                  <a:pt x="138327" y="66056"/>
                </a:lnTo>
                <a:lnTo>
                  <a:pt x="175972" y="63068"/>
                </a:lnTo>
                <a:lnTo>
                  <a:pt x="33531" y="5389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882185E-EAD4-21FF-CA4A-674BD6E6CD24}"/>
              </a:ext>
            </a:extLst>
          </p:cNvPr>
          <p:cNvSpPr/>
          <p:nvPr/>
        </p:nvSpPr>
        <p:spPr>
          <a:xfrm>
            <a:off x="2652655" y="3892913"/>
            <a:ext cx="314301" cy="154988"/>
          </a:xfrm>
          <a:custGeom>
            <a:avLst/>
            <a:gdLst/>
            <a:ahLst/>
            <a:cxnLst/>
            <a:rect l="0" t="0" r="0" b="0"/>
            <a:pathLst>
              <a:path w="314301" h="154988">
                <a:moveTo>
                  <a:pt x="81101" y="0"/>
                </a:moveTo>
                <a:lnTo>
                  <a:pt x="103992" y="18857"/>
                </a:lnTo>
                <a:lnTo>
                  <a:pt x="114811" y="39878"/>
                </a:lnTo>
                <a:lnTo>
                  <a:pt x="146375" y="37199"/>
                </a:lnTo>
                <a:lnTo>
                  <a:pt x="143067" y="44206"/>
                </a:lnTo>
                <a:lnTo>
                  <a:pt x="161397" y="51625"/>
                </a:lnTo>
                <a:lnTo>
                  <a:pt x="164348" y="65228"/>
                </a:lnTo>
                <a:lnTo>
                  <a:pt x="178029" y="63991"/>
                </a:lnTo>
                <a:lnTo>
                  <a:pt x="177760" y="71101"/>
                </a:lnTo>
                <a:lnTo>
                  <a:pt x="185450" y="72441"/>
                </a:lnTo>
                <a:lnTo>
                  <a:pt x="186166" y="78212"/>
                </a:lnTo>
                <a:lnTo>
                  <a:pt x="189295" y="72956"/>
                </a:lnTo>
                <a:lnTo>
                  <a:pt x="189742" y="84807"/>
                </a:lnTo>
                <a:lnTo>
                  <a:pt x="195018" y="70174"/>
                </a:lnTo>
                <a:lnTo>
                  <a:pt x="198505" y="80891"/>
                </a:lnTo>
                <a:lnTo>
                  <a:pt x="222022" y="92433"/>
                </a:lnTo>
                <a:lnTo>
                  <a:pt x="223810" y="102223"/>
                </a:lnTo>
                <a:lnTo>
                  <a:pt x="236954" y="111395"/>
                </a:lnTo>
                <a:lnTo>
                  <a:pt x="255821" y="114795"/>
                </a:lnTo>
                <a:lnTo>
                  <a:pt x="258772" y="106242"/>
                </a:lnTo>
                <a:lnTo>
                  <a:pt x="262170" y="118608"/>
                </a:lnTo>
                <a:lnTo>
                  <a:pt x="281037" y="122009"/>
                </a:lnTo>
                <a:lnTo>
                  <a:pt x="268071" y="112116"/>
                </a:lnTo>
                <a:lnTo>
                  <a:pt x="267356" y="94494"/>
                </a:lnTo>
                <a:lnTo>
                  <a:pt x="273615" y="88929"/>
                </a:lnTo>
                <a:lnTo>
                  <a:pt x="314300" y="118711"/>
                </a:lnTo>
                <a:lnTo>
                  <a:pt x="278175" y="134066"/>
                </a:lnTo>
                <a:lnTo>
                  <a:pt x="235076" y="126337"/>
                </a:lnTo>
                <a:lnTo>
                  <a:pt x="238295" y="133139"/>
                </a:lnTo>
                <a:lnTo>
                  <a:pt x="224436" y="135612"/>
                </a:lnTo>
                <a:lnTo>
                  <a:pt x="249473" y="137261"/>
                </a:lnTo>
                <a:lnTo>
                  <a:pt x="229712" y="139631"/>
                </a:lnTo>
                <a:lnTo>
                  <a:pt x="246164" y="146227"/>
                </a:lnTo>
                <a:lnTo>
                  <a:pt x="233646" y="141795"/>
                </a:lnTo>
                <a:lnTo>
                  <a:pt x="187954" y="154987"/>
                </a:lnTo>
                <a:lnTo>
                  <a:pt x="187596" y="145815"/>
                </a:lnTo>
                <a:lnTo>
                  <a:pt x="152277" y="147154"/>
                </a:lnTo>
                <a:lnTo>
                  <a:pt x="50252" y="103666"/>
                </a:lnTo>
                <a:lnTo>
                  <a:pt x="40864" y="95524"/>
                </a:lnTo>
                <a:lnTo>
                  <a:pt x="43636" y="90166"/>
                </a:lnTo>
                <a:lnTo>
                  <a:pt x="55170" y="90990"/>
                </a:lnTo>
                <a:lnTo>
                  <a:pt x="50431" y="81613"/>
                </a:lnTo>
                <a:lnTo>
                  <a:pt x="38628" y="83570"/>
                </a:lnTo>
                <a:lnTo>
                  <a:pt x="0" y="54201"/>
                </a:lnTo>
                <a:lnTo>
                  <a:pt x="17884" y="34726"/>
                </a:lnTo>
                <a:lnTo>
                  <a:pt x="26289" y="47915"/>
                </a:lnTo>
                <a:lnTo>
                  <a:pt x="30223" y="39775"/>
                </a:lnTo>
                <a:lnTo>
                  <a:pt x="68941" y="47503"/>
                </a:lnTo>
                <a:lnTo>
                  <a:pt x="55081" y="40599"/>
                </a:lnTo>
                <a:lnTo>
                  <a:pt x="53471" y="28337"/>
                </a:lnTo>
                <a:lnTo>
                  <a:pt x="36035" y="22772"/>
                </a:lnTo>
                <a:lnTo>
                  <a:pt x="64649" y="2061"/>
                </a:lnTo>
                <a:lnTo>
                  <a:pt x="81101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01659B7F-661D-F084-39F4-119405FE0526}"/>
              </a:ext>
            </a:extLst>
          </p:cNvPr>
          <p:cNvSpPr/>
          <p:nvPr/>
        </p:nvSpPr>
        <p:spPr>
          <a:xfrm>
            <a:off x="1657271" y="3004044"/>
            <a:ext cx="972226" cy="919577"/>
          </a:xfrm>
          <a:custGeom>
            <a:avLst/>
            <a:gdLst/>
            <a:ahLst/>
            <a:cxnLst/>
            <a:rect l="0" t="0" r="0" b="0"/>
            <a:pathLst>
              <a:path w="972226" h="919577">
                <a:moveTo>
                  <a:pt x="179011" y="393356"/>
                </a:moveTo>
                <a:lnTo>
                  <a:pt x="194928" y="390987"/>
                </a:lnTo>
                <a:lnTo>
                  <a:pt x="301154" y="341964"/>
                </a:lnTo>
                <a:lnTo>
                  <a:pt x="266282" y="266168"/>
                </a:lnTo>
                <a:lnTo>
                  <a:pt x="238742" y="196762"/>
                </a:lnTo>
                <a:lnTo>
                  <a:pt x="306877" y="79586"/>
                </a:lnTo>
                <a:lnTo>
                  <a:pt x="210218" y="66304"/>
                </a:lnTo>
                <a:lnTo>
                  <a:pt x="41936" y="73923"/>
                </a:lnTo>
                <a:lnTo>
                  <a:pt x="0" y="23885"/>
                </a:lnTo>
                <a:lnTo>
                  <a:pt x="3040" y="0"/>
                </a:lnTo>
                <a:lnTo>
                  <a:pt x="52755" y="64039"/>
                </a:lnTo>
                <a:lnTo>
                  <a:pt x="150219" y="103164"/>
                </a:lnTo>
                <a:lnTo>
                  <a:pt x="205032" y="49624"/>
                </a:lnTo>
                <a:lnTo>
                  <a:pt x="297578" y="49007"/>
                </a:lnTo>
                <a:lnTo>
                  <a:pt x="327085" y="121080"/>
                </a:lnTo>
                <a:lnTo>
                  <a:pt x="249919" y="225904"/>
                </a:lnTo>
                <a:lnTo>
                  <a:pt x="314835" y="330121"/>
                </a:lnTo>
                <a:lnTo>
                  <a:pt x="259129" y="392944"/>
                </a:lnTo>
                <a:lnTo>
                  <a:pt x="164794" y="441558"/>
                </a:lnTo>
                <a:lnTo>
                  <a:pt x="340319" y="433009"/>
                </a:lnTo>
                <a:lnTo>
                  <a:pt x="354894" y="437747"/>
                </a:lnTo>
                <a:lnTo>
                  <a:pt x="445026" y="428683"/>
                </a:lnTo>
                <a:lnTo>
                  <a:pt x="559479" y="432700"/>
                </a:lnTo>
                <a:lnTo>
                  <a:pt x="566006" y="553213"/>
                </a:lnTo>
                <a:lnTo>
                  <a:pt x="536231" y="675388"/>
                </a:lnTo>
                <a:lnTo>
                  <a:pt x="654171" y="731742"/>
                </a:lnTo>
                <a:lnTo>
                  <a:pt x="732500" y="837658"/>
                </a:lnTo>
                <a:lnTo>
                  <a:pt x="735898" y="841162"/>
                </a:lnTo>
                <a:lnTo>
                  <a:pt x="813154" y="860327"/>
                </a:lnTo>
                <a:lnTo>
                  <a:pt x="880305" y="826428"/>
                </a:lnTo>
                <a:lnTo>
                  <a:pt x="972225" y="895876"/>
                </a:lnTo>
                <a:lnTo>
                  <a:pt x="871095" y="919576"/>
                </a:lnTo>
                <a:lnTo>
                  <a:pt x="861528" y="902471"/>
                </a:lnTo>
                <a:lnTo>
                  <a:pt x="760040" y="874752"/>
                </a:lnTo>
                <a:lnTo>
                  <a:pt x="639060" y="760693"/>
                </a:lnTo>
                <a:lnTo>
                  <a:pt x="524428" y="710931"/>
                </a:lnTo>
                <a:lnTo>
                  <a:pt x="499749" y="629339"/>
                </a:lnTo>
                <a:lnTo>
                  <a:pt x="531492" y="566398"/>
                </a:lnTo>
                <a:lnTo>
                  <a:pt x="565738" y="526946"/>
                </a:lnTo>
                <a:lnTo>
                  <a:pt x="548570" y="442073"/>
                </a:lnTo>
                <a:lnTo>
                  <a:pt x="339604" y="448253"/>
                </a:lnTo>
                <a:lnTo>
                  <a:pt x="183572" y="485024"/>
                </a:lnTo>
                <a:lnTo>
                  <a:pt x="148163" y="44238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DDA0C6CB-9D8B-2AC1-5D6C-7BBD20CEA7C4}"/>
              </a:ext>
            </a:extLst>
          </p:cNvPr>
          <p:cNvSpPr/>
          <p:nvPr/>
        </p:nvSpPr>
        <p:spPr>
          <a:xfrm>
            <a:off x="508000" y="2043318"/>
            <a:ext cx="1336778" cy="871161"/>
          </a:xfrm>
          <a:custGeom>
            <a:avLst/>
            <a:gdLst/>
            <a:ahLst/>
            <a:cxnLst/>
            <a:rect l="0" t="0" r="0" b="0"/>
            <a:pathLst>
              <a:path w="1336778" h="871161">
                <a:moveTo>
                  <a:pt x="120265" y="75603"/>
                </a:moveTo>
                <a:lnTo>
                  <a:pt x="395758" y="151212"/>
                </a:lnTo>
                <a:lnTo>
                  <a:pt x="611699" y="356464"/>
                </a:lnTo>
                <a:lnTo>
                  <a:pt x="663471" y="589646"/>
                </a:lnTo>
                <a:lnTo>
                  <a:pt x="794555" y="710477"/>
                </a:lnTo>
                <a:lnTo>
                  <a:pt x="782931" y="572356"/>
                </a:lnTo>
                <a:lnTo>
                  <a:pt x="808683" y="476959"/>
                </a:lnTo>
                <a:lnTo>
                  <a:pt x="871453" y="438884"/>
                </a:lnTo>
                <a:lnTo>
                  <a:pt x="985549" y="409455"/>
                </a:lnTo>
                <a:lnTo>
                  <a:pt x="1082655" y="459362"/>
                </a:lnTo>
                <a:lnTo>
                  <a:pt x="1150791" y="521106"/>
                </a:lnTo>
                <a:lnTo>
                  <a:pt x="1214098" y="504846"/>
                </a:lnTo>
                <a:lnTo>
                  <a:pt x="1163488" y="582133"/>
                </a:lnTo>
                <a:lnTo>
                  <a:pt x="1249954" y="635548"/>
                </a:lnTo>
                <a:lnTo>
                  <a:pt x="1223755" y="749693"/>
                </a:lnTo>
                <a:lnTo>
                  <a:pt x="1336777" y="733739"/>
                </a:lnTo>
                <a:lnTo>
                  <a:pt x="1198271" y="871160"/>
                </a:lnTo>
                <a:lnTo>
                  <a:pt x="1095442" y="870646"/>
                </a:lnTo>
                <a:lnTo>
                  <a:pt x="1012553" y="727357"/>
                </a:lnTo>
                <a:lnTo>
                  <a:pt x="1017560" y="690921"/>
                </a:lnTo>
                <a:lnTo>
                  <a:pt x="1036159" y="599011"/>
                </a:lnTo>
                <a:lnTo>
                  <a:pt x="912227" y="557948"/>
                </a:lnTo>
                <a:lnTo>
                  <a:pt x="903822" y="696890"/>
                </a:lnTo>
                <a:lnTo>
                  <a:pt x="683321" y="775632"/>
                </a:lnTo>
                <a:lnTo>
                  <a:pt x="610804" y="448351"/>
                </a:lnTo>
                <a:lnTo>
                  <a:pt x="454951" y="318908"/>
                </a:lnTo>
                <a:lnTo>
                  <a:pt x="375639" y="197403"/>
                </a:lnTo>
                <a:lnTo>
                  <a:pt x="186881" y="100189"/>
                </a:lnTo>
                <a:lnTo>
                  <a:pt x="0" y="339795"/>
                </a:lnTo>
                <a:lnTo>
                  <a:pt x="0" y="480457"/>
                </a:lnTo>
                <a:lnTo>
                  <a:pt x="0" y="630607"/>
                </a:lnTo>
                <a:lnTo>
                  <a:pt x="0" y="408014"/>
                </a:lnTo>
                <a:lnTo>
                  <a:pt x="0" y="222506"/>
                </a:lnTo>
                <a:lnTo>
                  <a:pt x="0" y="105435"/>
                </a:lnTo>
                <a:lnTo>
                  <a:pt x="0" y="0"/>
                </a:lnTo>
                <a:lnTo>
                  <a:pt x="0" y="156664"/>
                </a:lnTo>
                <a:lnTo>
                  <a:pt x="0" y="494452"/>
                </a:lnTo>
                <a:lnTo>
                  <a:pt x="0" y="429006"/>
                </a:lnTo>
                <a:lnTo>
                  <a:pt x="46854" y="21633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6C88567B-FE76-88ED-1E72-B28AA90F5A41}"/>
              </a:ext>
            </a:extLst>
          </p:cNvPr>
          <p:cNvSpPr/>
          <p:nvPr/>
        </p:nvSpPr>
        <p:spPr>
          <a:xfrm>
            <a:off x="733151" y="1506334"/>
            <a:ext cx="215763" cy="621229"/>
          </a:xfrm>
          <a:custGeom>
            <a:avLst/>
            <a:gdLst/>
            <a:ahLst/>
            <a:cxnLst/>
            <a:rect l="0" t="0" r="0" b="0"/>
            <a:pathLst>
              <a:path w="215763" h="621229">
                <a:moveTo>
                  <a:pt x="88343" y="0"/>
                </a:moveTo>
                <a:lnTo>
                  <a:pt x="85571" y="39066"/>
                </a:lnTo>
                <a:lnTo>
                  <a:pt x="97464" y="64769"/>
                </a:lnTo>
                <a:lnTo>
                  <a:pt x="126077" y="84920"/>
                </a:lnTo>
                <a:lnTo>
                  <a:pt x="132068" y="109801"/>
                </a:lnTo>
                <a:lnTo>
                  <a:pt x="97196" y="142291"/>
                </a:lnTo>
                <a:lnTo>
                  <a:pt x="109267" y="179204"/>
                </a:lnTo>
                <a:lnTo>
                  <a:pt x="117493" y="216632"/>
                </a:lnTo>
                <a:lnTo>
                  <a:pt x="141725" y="269588"/>
                </a:lnTo>
                <a:lnTo>
                  <a:pt x="116152" y="304963"/>
                </a:lnTo>
                <a:lnTo>
                  <a:pt x="201813" y="275758"/>
                </a:lnTo>
                <a:lnTo>
                  <a:pt x="120265" y="304346"/>
                </a:lnTo>
                <a:lnTo>
                  <a:pt x="134125" y="335094"/>
                </a:lnTo>
                <a:lnTo>
                  <a:pt x="190368" y="367180"/>
                </a:lnTo>
                <a:lnTo>
                  <a:pt x="204943" y="351651"/>
                </a:lnTo>
                <a:lnTo>
                  <a:pt x="183840" y="389702"/>
                </a:lnTo>
                <a:lnTo>
                  <a:pt x="193408" y="383737"/>
                </a:lnTo>
                <a:lnTo>
                  <a:pt x="204495" y="447913"/>
                </a:lnTo>
                <a:lnTo>
                  <a:pt x="187417" y="429092"/>
                </a:lnTo>
                <a:lnTo>
                  <a:pt x="159340" y="491111"/>
                </a:lnTo>
                <a:lnTo>
                  <a:pt x="215762" y="484322"/>
                </a:lnTo>
                <a:lnTo>
                  <a:pt x="191530" y="496870"/>
                </a:lnTo>
                <a:lnTo>
                  <a:pt x="151114" y="527316"/>
                </a:lnTo>
                <a:lnTo>
                  <a:pt x="125630" y="590677"/>
                </a:lnTo>
                <a:lnTo>
                  <a:pt x="3040" y="621228"/>
                </a:lnTo>
                <a:lnTo>
                  <a:pt x="0" y="619994"/>
                </a:lnTo>
                <a:lnTo>
                  <a:pt x="108373" y="578540"/>
                </a:lnTo>
                <a:lnTo>
                  <a:pt x="121427" y="568665"/>
                </a:lnTo>
                <a:lnTo>
                  <a:pt x="134303" y="507567"/>
                </a:lnTo>
                <a:lnTo>
                  <a:pt x="155674" y="423333"/>
                </a:lnTo>
                <a:lnTo>
                  <a:pt x="167030" y="383326"/>
                </a:lnTo>
                <a:lnTo>
                  <a:pt x="140563" y="324193"/>
                </a:lnTo>
                <a:lnTo>
                  <a:pt x="101666" y="286659"/>
                </a:lnTo>
                <a:lnTo>
                  <a:pt x="142619" y="262390"/>
                </a:lnTo>
                <a:lnTo>
                  <a:pt x="113738" y="216837"/>
                </a:lnTo>
                <a:lnTo>
                  <a:pt x="109535" y="183214"/>
                </a:lnTo>
                <a:lnTo>
                  <a:pt x="56869" y="143833"/>
                </a:lnTo>
                <a:lnTo>
                  <a:pt x="79581" y="139618"/>
                </a:lnTo>
                <a:lnTo>
                  <a:pt x="111860" y="144348"/>
                </a:lnTo>
                <a:lnTo>
                  <a:pt x="117314" y="93556"/>
                </a:lnTo>
                <a:lnTo>
                  <a:pt x="107389" y="78648"/>
                </a:lnTo>
                <a:lnTo>
                  <a:pt x="101577" y="1758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6631E52A-B934-C082-79DA-4CDFD29E967D}"/>
              </a:ext>
            </a:extLst>
          </p:cNvPr>
          <p:cNvSpPr/>
          <p:nvPr/>
        </p:nvSpPr>
        <p:spPr>
          <a:xfrm>
            <a:off x="1683738" y="2426020"/>
            <a:ext cx="18868" cy="61740"/>
          </a:xfrm>
          <a:custGeom>
            <a:avLst/>
            <a:gdLst/>
            <a:ahLst/>
            <a:cxnLst/>
            <a:rect l="0" t="0" r="0" b="0"/>
            <a:pathLst>
              <a:path w="18868" h="61740">
                <a:moveTo>
                  <a:pt x="0" y="60813"/>
                </a:moveTo>
                <a:lnTo>
                  <a:pt x="17347" y="22946"/>
                </a:lnTo>
                <a:lnTo>
                  <a:pt x="11982" y="0"/>
                </a:lnTo>
                <a:lnTo>
                  <a:pt x="18867" y="23255"/>
                </a:lnTo>
                <a:lnTo>
                  <a:pt x="4650" y="61739"/>
                </a:lnTo>
                <a:lnTo>
                  <a:pt x="0" y="6081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87DCD929-83C3-DF23-817D-DB43D3368DD4}"/>
              </a:ext>
            </a:extLst>
          </p:cNvPr>
          <p:cNvSpPr/>
          <p:nvPr/>
        </p:nvSpPr>
        <p:spPr>
          <a:xfrm>
            <a:off x="1775300" y="3626893"/>
            <a:ext cx="381542" cy="140833"/>
          </a:xfrm>
          <a:custGeom>
            <a:avLst/>
            <a:gdLst/>
            <a:ahLst/>
            <a:cxnLst/>
            <a:rect l="0" t="0" r="0" b="0"/>
            <a:pathLst>
              <a:path w="381542" h="140833">
                <a:moveTo>
                  <a:pt x="361869" y="0"/>
                </a:moveTo>
                <a:lnTo>
                  <a:pt x="381541" y="8653"/>
                </a:lnTo>
                <a:lnTo>
                  <a:pt x="366787" y="2369"/>
                </a:lnTo>
                <a:lnTo>
                  <a:pt x="349261" y="19367"/>
                </a:lnTo>
                <a:lnTo>
                  <a:pt x="328427" y="14010"/>
                </a:lnTo>
                <a:lnTo>
                  <a:pt x="314657" y="52230"/>
                </a:lnTo>
                <a:lnTo>
                  <a:pt x="297132" y="69229"/>
                </a:lnTo>
                <a:lnTo>
                  <a:pt x="297400" y="84991"/>
                </a:lnTo>
                <a:lnTo>
                  <a:pt x="289263" y="92924"/>
                </a:lnTo>
                <a:lnTo>
                  <a:pt x="271558" y="94881"/>
                </a:lnTo>
                <a:lnTo>
                  <a:pt x="281841" y="105287"/>
                </a:lnTo>
                <a:lnTo>
                  <a:pt x="265836" y="129498"/>
                </a:lnTo>
                <a:lnTo>
                  <a:pt x="247684" y="118783"/>
                </a:lnTo>
                <a:lnTo>
                  <a:pt x="218266" y="113529"/>
                </a:lnTo>
                <a:lnTo>
                  <a:pt x="206374" y="100857"/>
                </a:lnTo>
                <a:lnTo>
                  <a:pt x="176598" y="99209"/>
                </a:lnTo>
                <a:lnTo>
                  <a:pt x="177045" y="113529"/>
                </a:lnTo>
                <a:lnTo>
                  <a:pt x="162202" y="119505"/>
                </a:lnTo>
                <a:lnTo>
                  <a:pt x="164884" y="131250"/>
                </a:lnTo>
                <a:lnTo>
                  <a:pt x="139937" y="140832"/>
                </a:lnTo>
                <a:lnTo>
                  <a:pt x="125810" y="118475"/>
                </a:lnTo>
                <a:lnTo>
                  <a:pt x="136987" y="108790"/>
                </a:lnTo>
                <a:lnTo>
                  <a:pt x="122591" y="87567"/>
                </a:lnTo>
                <a:lnTo>
                  <a:pt x="125810" y="75101"/>
                </a:lnTo>
                <a:lnTo>
                  <a:pt x="101309" y="57690"/>
                </a:lnTo>
                <a:lnTo>
                  <a:pt x="66526" y="71804"/>
                </a:lnTo>
                <a:lnTo>
                  <a:pt x="0" y="55527"/>
                </a:lnTo>
                <a:lnTo>
                  <a:pt x="21997" y="56042"/>
                </a:lnTo>
                <a:lnTo>
                  <a:pt x="65632" y="71186"/>
                </a:lnTo>
                <a:lnTo>
                  <a:pt x="89506" y="56763"/>
                </a:lnTo>
                <a:lnTo>
                  <a:pt x="88433" y="37086"/>
                </a:lnTo>
                <a:lnTo>
                  <a:pt x="94693" y="52951"/>
                </a:lnTo>
                <a:lnTo>
                  <a:pt x="130638" y="73040"/>
                </a:lnTo>
                <a:lnTo>
                  <a:pt x="124737" y="88185"/>
                </a:lnTo>
                <a:lnTo>
                  <a:pt x="141457" y="111366"/>
                </a:lnTo>
                <a:lnTo>
                  <a:pt x="129029" y="119298"/>
                </a:lnTo>
                <a:lnTo>
                  <a:pt x="142441" y="138565"/>
                </a:lnTo>
                <a:lnTo>
                  <a:pt x="163275" y="128983"/>
                </a:lnTo>
                <a:lnTo>
                  <a:pt x="159519" y="118887"/>
                </a:lnTo>
                <a:lnTo>
                  <a:pt x="174184" y="112499"/>
                </a:lnTo>
                <a:lnTo>
                  <a:pt x="174899" y="97457"/>
                </a:lnTo>
                <a:lnTo>
                  <a:pt x="209235" y="99724"/>
                </a:lnTo>
                <a:lnTo>
                  <a:pt x="219697" y="112396"/>
                </a:lnTo>
                <a:lnTo>
                  <a:pt x="249115" y="116620"/>
                </a:lnTo>
                <a:lnTo>
                  <a:pt x="263243" y="125068"/>
                </a:lnTo>
                <a:lnTo>
                  <a:pt x="278891" y="106935"/>
                </a:lnTo>
                <a:lnTo>
                  <a:pt x="269949" y="101269"/>
                </a:lnTo>
                <a:lnTo>
                  <a:pt x="269949" y="94676"/>
                </a:lnTo>
                <a:lnTo>
                  <a:pt x="288190" y="91276"/>
                </a:lnTo>
                <a:lnTo>
                  <a:pt x="296953" y="82622"/>
                </a:lnTo>
                <a:lnTo>
                  <a:pt x="296953" y="65211"/>
                </a:lnTo>
                <a:lnTo>
                  <a:pt x="319575" y="40898"/>
                </a:lnTo>
                <a:lnTo>
                  <a:pt x="321811" y="19985"/>
                </a:lnTo>
                <a:lnTo>
                  <a:pt x="328159" y="12053"/>
                </a:lnTo>
                <a:lnTo>
                  <a:pt x="348993" y="16380"/>
                </a:lnTo>
                <a:lnTo>
                  <a:pt x="361869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FC1A6D3E-E37F-5473-DC89-FBD49036240E}"/>
              </a:ext>
            </a:extLst>
          </p:cNvPr>
          <p:cNvSpPr/>
          <p:nvPr/>
        </p:nvSpPr>
        <p:spPr>
          <a:xfrm>
            <a:off x="2673847" y="3478871"/>
            <a:ext cx="339873" cy="293182"/>
          </a:xfrm>
          <a:custGeom>
            <a:avLst/>
            <a:gdLst/>
            <a:ahLst/>
            <a:cxnLst/>
            <a:rect l="0" t="0" r="0" b="0"/>
            <a:pathLst>
              <a:path w="339873" h="293182">
                <a:moveTo>
                  <a:pt x="121696" y="293181"/>
                </a:moveTo>
                <a:lnTo>
                  <a:pt x="58568" y="291429"/>
                </a:lnTo>
                <a:lnTo>
                  <a:pt x="20298" y="246303"/>
                </a:lnTo>
                <a:lnTo>
                  <a:pt x="0" y="212306"/>
                </a:lnTo>
                <a:lnTo>
                  <a:pt x="39880" y="211481"/>
                </a:lnTo>
                <a:lnTo>
                  <a:pt x="21281" y="218590"/>
                </a:lnTo>
                <a:lnTo>
                  <a:pt x="57584" y="258357"/>
                </a:lnTo>
                <a:lnTo>
                  <a:pt x="98627" y="221269"/>
                </a:lnTo>
                <a:lnTo>
                  <a:pt x="101577" y="215602"/>
                </a:lnTo>
                <a:lnTo>
                  <a:pt x="108641" y="194277"/>
                </a:lnTo>
                <a:lnTo>
                  <a:pt x="124110" y="197470"/>
                </a:lnTo>
                <a:lnTo>
                  <a:pt x="161755" y="167492"/>
                </a:lnTo>
                <a:lnTo>
                  <a:pt x="150488" y="114955"/>
                </a:lnTo>
                <a:lnTo>
                  <a:pt x="179459" y="82197"/>
                </a:lnTo>
                <a:lnTo>
                  <a:pt x="197164" y="98061"/>
                </a:lnTo>
                <a:lnTo>
                  <a:pt x="226582" y="87554"/>
                </a:lnTo>
                <a:lnTo>
                  <a:pt x="225598" y="48411"/>
                </a:lnTo>
                <a:lnTo>
                  <a:pt x="310365" y="0"/>
                </a:lnTo>
                <a:lnTo>
                  <a:pt x="336922" y="5047"/>
                </a:lnTo>
                <a:lnTo>
                  <a:pt x="339872" y="30488"/>
                </a:lnTo>
                <a:lnTo>
                  <a:pt x="299456" y="21630"/>
                </a:lnTo>
                <a:lnTo>
                  <a:pt x="294181" y="18952"/>
                </a:lnTo>
                <a:lnTo>
                  <a:pt x="277996" y="34299"/>
                </a:lnTo>
                <a:lnTo>
                  <a:pt x="239100" y="47896"/>
                </a:lnTo>
                <a:lnTo>
                  <a:pt x="244465" y="85494"/>
                </a:lnTo>
                <a:lnTo>
                  <a:pt x="209861" y="112791"/>
                </a:lnTo>
                <a:lnTo>
                  <a:pt x="168014" y="103623"/>
                </a:lnTo>
                <a:lnTo>
                  <a:pt x="176956" y="195307"/>
                </a:lnTo>
                <a:lnTo>
                  <a:pt x="146196" y="206639"/>
                </a:lnTo>
                <a:lnTo>
                  <a:pt x="133767" y="200767"/>
                </a:lnTo>
                <a:lnTo>
                  <a:pt x="107926" y="229098"/>
                </a:lnTo>
                <a:lnTo>
                  <a:pt x="111771" y="282054"/>
                </a:lnTo>
                <a:lnTo>
                  <a:pt x="127240" y="26124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D6DF8667-C003-D362-9140-F23368E80CA5}"/>
              </a:ext>
            </a:extLst>
          </p:cNvPr>
          <p:cNvSpPr/>
          <p:nvPr/>
        </p:nvSpPr>
        <p:spPr>
          <a:xfrm>
            <a:off x="2883171" y="2859713"/>
            <a:ext cx="318592" cy="644600"/>
          </a:xfrm>
          <a:custGeom>
            <a:avLst/>
            <a:gdLst/>
            <a:ahLst/>
            <a:cxnLst/>
            <a:rect l="0" t="0" r="0" b="0"/>
            <a:pathLst>
              <a:path w="318592" h="644600">
                <a:moveTo>
                  <a:pt x="134393" y="644599"/>
                </a:moveTo>
                <a:lnTo>
                  <a:pt x="42741" y="571778"/>
                </a:lnTo>
                <a:lnTo>
                  <a:pt x="36482" y="519355"/>
                </a:lnTo>
                <a:lnTo>
                  <a:pt x="73769" y="473422"/>
                </a:lnTo>
                <a:lnTo>
                  <a:pt x="43635" y="447573"/>
                </a:lnTo>
                <a:lnTo>
                  <a:pt x="63665" y="365910"/>
                </a:lnTo>
                <a:lnTo>
                  <a:pt x="39612" y="334606"/>
                </a:lnTo>
                <a:lnTo>
                  <a:pt x="11267" y="307422"/>
                </a:lnTo>
                <a:lnTo>
                  <a:pt x="0" y="253879"/>
                </a:lnTo>
                <a:lnTo>
                  <a:pt x="32458" y="158847"/>
                </a:lnTo>
                <a:lnTo>
                  <a:pt x="120444" y="84620"/>
                </a:lnTo>
                <a:lnTo>
                  <a:pt x="107658" y="113651"/>
                </a:lnTo>
                <a:lnTo>
                  <a:pt x="166047" y="102841"/>
                </a:lnTo>
                <a:lnTo>
                  <a:pt x="212990" y="58265"/>
                </a:lnTo>
                <a:lnTo>
                  <a:pt x="241872" y="0"/>
                </a:lnTo>
                <a:lnTo>
                  <a:pt x="246879" y="2471"/>
                </a:lnTo>
                <a:lnTo>
                  <a:pt x="255821" y="30368"/>
                </a:lnTo>
                <a:lnTo>
                  <a:pt x="277102" y="23574"/>
                </a:lnTo>
                <a:lnTo>
                  <a:pt x="318591" y="36441"/>
                </a:lnTo>
                <a:lnTo>
                  <a:pt x="301423" y="34691"/>
                </a:lnTo>
                <a:lnTo>
                  <a:pt x="281215" y="57545"/>
                </a:lnTo>
                <a:lnTo>
                  <a:pt x="308934" y="86267"/>
                </a:lnTo>
                <a:lnTo>
                  <a:pt x="280500" y="60633"/>
                </a:lnTo>
                <a:lnTo>
                  <a:pt x="229264" y="64545"/>
                </a:lnTo>
                <a:lnTo>
                  <a:pt x="230874" y="118181"/>
                </a:lnTo>
                <a:lnTo>
                  <a:pt x="284792" y="187366"/>
                </a:lnTo>
                <a:lnTo>
                  <a:pt x="273078" y="160289"/>
                </a:lnTo>
                <a:lnTo>
                  <a:pt x="214063" y="110666"/>
                </a:lnTo>
                <a:lnTo>
                  <a:pt x="150041" y="125799"/>
                </a:lnTo>
                <a:lnTo>
                  <a:pt x="123216" y="122917"/>
                </a:lnTo>
                <a:lnTo>
                  <a:pt x="34157" y="190146"/>
                </a:lnTo>
                <a:lnTo>
                  <a:pt x="9478" y="259645"/>
                </a:lnTo>
                <a:lnTo>
                  <a:pt x="90132" y="321940"/>
                </a:lnTo>
                <a:lnTo>
                  <a:pt x="89953" y="380533"/>
                </a:lnTo>
                <a:lnTo>
                  <a:pt x="66616" y="438304"/>
                </a:lnTo>
                <a:lnTo>
                  <a:pt x="118656" y="501847"/>
                </a:lnTo>
                <a:lnTo>
                  <a:pt x="62681" y="546441"/>
                </a:lnTo>
                <a:lnTo>
                  <a:pt x="125630" y="597528"/>
                </a:lnTo>
                <a:lnTo>
                  <a:pt x="205301" y="535215"/>
                </a:lnTo>
                <a:lnTo>
                  <a:pt x="283540" y="526152"/>
                </a:lnTo>
                <a:lnTo>
                  <a:pt x="239815" y="525534"/>
                </a:lnTo>
                <a:lnTo>
                  <a:pt x="142441" y="571160"/>
                </a:lnTo>
                <a:lnTo>
                  <a:pt x="137255" y="627809"/>
                </a:lnTo>
                <a:lnTo>
                  <a:pt x="162291" y="639964"/>
                </a:lnTo>
                <a:lnTo>
                  <a:pt x="155674" y="63656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E8771D31-83F0-558B-8631-5759C7F58A17}"/>
              </a:ext>
            </a:extLst>
          </p:cNvPr>
          <p:cNvSpPr/>
          <p:nvPr/>
        </p:nvSpPr>
        <p:spPr>
          <a:xfrm>
            <a:off x="2727497" y="3738671"/>
            <a:ext cx="115438" cy="174233"/>
          </a:xfrm>
          <a:custGeom>
            <a:avLst/>
            <a:gdLst/>
            <a:ahLst/>
            <a:cxnLst/>
            <a:rect l="0" t="0" r="0" b="0"/>
            <a:pathLst>
              <a:path w="115438" h="174233">
                <a:moveTo>
                  <a:pt x="68046" y="33381"/>
                </a:moveTo>
                <a:lnTo>
                  <a:pt x="71802" y="34926"/>
                </a:lnTo>
                <a:lnTo>
                  <a:pt x="78329" y="0"/>
                </a:lnTo>
                <a:lnTo>
                  <a:pt x="106853" y="23078"/>
                </a:lnTo>
                <a:lnTo>
                  <a:pt x="108373" y="35441"/>
                </a:lnTo>
                <a:lnTo>
                  <a:pt x="98358" y="43787"/>
                </a:lnTo>
                <a:lnTo>
                  <a:pt x="113559" y="72636"/>
                </a:lnTo>
                <a:lnTo>
                  <a:pt x="115437" y="89534"/>
                </a:lnTo>
                <a:lnTo>
                  <a:pt x="101488" y="121681"/>
                </a:lnTo>
                <a:lnTo>
                  <a:pt x="79044" y="136107"/>
                </a:lnTo>
                <a:lnTo>
                  <a:pt x="68314" y="119518"/>
                </a:lnTo>
                <a:lnTo>
                  <a:pt x="55528" y="120857"/>
                </a:lnTo>
                <a:lnTo>
                  <a:pt x="51951" y="136416"/>
                </a:lnTo>
                <a:lnTo>
                  <a:pt x="31117" y="160115"/>
                </a:lnTo>
                <a:lnTo>
                  <a:pt x="29955" y="174232"/>
                </a:lnTo>
                <a:lnTo>
                  <a:pt x="0" y="142804"/>
                </a:lnTo>
                <a:lnTo>
                  <a:pt x="41311" y="103238"/>
                </a:lnTo>
                <a:lnTo>
                  <a:pt x="40506" y="93964"/>
                </a:lnTo>
                <a:lnTo>
                  <a:pt x="57942" y="68824"/>
                </a:lnTo>
                <a:lnTo>
                  <a:pt x="70281" y="66660"/>
                </a:lnTo>
                <a:lnTo>
                  <a:pt x="68046" y="3338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9F9AE3C3-C4E2-3043-DFD7-9E4D2A3EB9FA}"/>
              </a:ext>
            </a:extLst>
          </p:cNvPr>
          <p:cNvSpPr/>
          <p:nvPr/>
        </p:nvSpPr>
        <p:spPr>
          <a:xfrm>
            <a:off x="508000" y="3607320"/>
            <a:ext cx="198416" cy="398431"/>
          </a:xfrm>
          <a:custGeom>
            <a:avLst/>
            <a:gdLst/>
            <a:ahLst/>
            <a:cxnLst/>
            <a:rect l="0" t="0" r="0" b="0"/>
            <a:pathLst>
              <a:path w="198416" h="398431">
                <a:moveTo>
                  <a:pt x="31475" y="29668"/>
                </a:moveTo>
                <a:lnTo>
                  <a:pt x="18599" y="0"/>
                </a:lnTo>
                <a:lnTo>
                  <a:pt x="52935" y="38940"/>
                </a:lnTo>
                <a:lnTo>
                  <a:pt x="83515" y="84372"/>
                </a:lnTo>
                <a:lnTo>
                  <a:pt x="111055" y="119709"/>
                </a:lnTo>
                <a:lnTo>
                  <a:pt x="118745" y="167205"/>
                </a:lnTo>
                <a:lnTo>
                  <a:pt x="143603" y="210993"/>
                </a:lnTo>
                <a:lnTo>
                  <a:pt x="168192" y="245510"/>
                </a:lnTo>
                <a:lnTo>
                  <a:pt x="198415" y="268282"/>
                </a:lnTo>
                <a:lnTo>
                  <a:pt x="166404" y="252414"/>
                </a:lnTo>
                <a:lnTo>
                  <a:pt x="124736" y="264057"/>
                </a:lnTo>
                <a:lnTo>
                  <a:pt x="92278" y="275392"/>
                </a:lnTo>
                <a:lnTo>
                  <a:pt x="104707" y="300019"/>
                </a:lnTo>
                <a:lnTo>
                  <a:pt x="121338" y="343813"/>
                </a:lnTo>
                <a:lnTo>
                  <a:pt x="185271" y="377510"/>
                </a:lnTo>
                <a:lnTo>
                  <a:pt x="192603" y="398430"/>
                </a:lnTo>
                <a:lnTo>
                  <a:pt x="179727" y="377923"/>
                </a:lnTo>
                <a:lnTo>
                  <a:pt x="140920" y="369988"/>
                </a:lnTo>
                <a:lnTo>
                  <a:pt x="118477" y="347420"/>
                </a:lnTo>
                <a:lnTo>
                  <a:pt x="92725" y="336806"/>
                </a:lnTo>
                <a:lnTo>
                  <a:pt x="91205" y="294145"/>
                </a:lnTo>
                <a:lnTo>
                  <a:pt x="90221" y="266633"/>
                </a:lnTo>
                <a:lnTo>
                  <a:pt x="137612" y="224800"/>
                </a:lnTo>
                <a:lnTo>
                  <a:pt x="110877" y="178538"/>
                </a:lnTo>
                <a:lnTo>
                  <a:pt x="102650" y="146393"/>
                </a:lnTo>
                <a:lnTo>
                  <a:pt x="78239" y="109509"/>
                </a:lnTo>
                <a:lnTo>
                  <a:pt x="0" y="141550"/>
                </a:lnTo>
                <a:lnTo>
                  <a:pt x="46228" y="134442"/>
                </a:lnTo>
                <a:lnTo>
                  <a:pt x="80743" y="103328"/>
                </a:lnTo>
                <a:lnTo>
                  <a:pt x="73143" y="97970"/>
                </a:lnTo>
                <a:lnTo>
                  <a:pt x="894" y="87772"/>
                </a:lnTo>
                <a:lnTo>
                  <a:pt x="47480" y="51096"/>
                </a:lnTo>
                <a:lnTo>
                  <a:pt x="0" y="56659"/>
                </a:lnTo>
                <a:lnTo>
                  <a:pt x="31475" y="2966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524B54EC-672D-71AC-F7DE-96FA2ADF99B4}"/>
              </a:ext>
            </a:extLst>
          </p:cNvPr>
          <p:cNvSpPr/>
          <p:nvPr/>
        </p:nvSpPr>
        <p:spPr>
          <a:xfrm>
            <a:off x="1061309" y="3870244"/>
            <a:ext cx="216032" cy="421416"/>
          </a:xfrm>
          <a:custGeom>
            <a:avLst/>
            <a:gdLst/>
            <a:ahLst/>
            <a:cxnLst/>
            <a:rect l="0" t="0" r="0" b="0"/>
            <a:pathLst>
              <a:path w="216032" h="421416">
                <a:moveTo>
                  <a:pt x="0" y="0"/>
                </a:moveTo>
                <a:lnTo>
                  <a:pt x="18599" y="25760"/>
                </a:lnTo>
                <a:lnTo>
                  <a:pt x="33442" y="34107"/>
                </a:lnTo>
                <a:lnTo>
                  <a:pt x="35320" y="43071"/>
                </a:lnTo>
                <a:lnTo>
                  <a:pt x="20924" y="62650"/>
                </a:lnTo>
                <a:lnTo>
                  <a:pt x="25305" y="80683"/>
                </a:lnTo>
                <a:lnTo>
                  <a:pt x="38002" y="85835"/>
                </a:lnTo>
                <a:lnTo>
                  <a:pt x="41937" y="103766"/>
                </a:lnTo>
                <a:lnTo>
                  <a:pt x="32906" y="111186"/>
                </a:lnTo>
                <a:lnTo>
                  <a:pt x="28971" y="126231"/>
                </a:lnTo>
                <a:lnTo>
                  <a:pt x="30670" y="175698"/>
                </a:lnTo>
                <a:lnTo>
                  <a:pt x="50074" y="190229"/>
                </a:lnTo>
                <a:lnTo>
                  <a:pt x="52041" y="211047"/>
                </a:lnTo>
                <a:lnTo>
                  <a:pt x="62145" y="217849"/>
                </a:lnTo>
                <a:lnTo>
                  <a:pt x="65990" y="238565"/>
                </a:lnTo>
                <a:lnTo>
                  <a:pt x="90758" y="259899"/>
                </a:lnTo>
                <a:lnTo>
                  <a:pt x="113560" y="268350"/>
                </a:lnTo>
                <a:lnTo>
                  <a:pt x="117404" y="284944"/>
                </a:lnTo>
                <a:lnTo>
                  <a:pt x="112934" y="304012"/>
                </a:lnTo>
                <a:lnTo>
                  <a:pt x="121070" y="308444"/>
                </a:lnTo>
                <a:lnTo>
                  <a:pt x="165063" y="290716"/>
                </a:lnTo>
                <a:lnTo>
                  <a:pt x="212901" y="302054"/>
                </a:lnTo>
                <a:lnTo>
                  <a:pt x="216031" y="315762"/>
                </a:lnTo>
                <a:lnTo>
                  <a:pt x="208073" y="329986"/>
                </a:lnTo>
                <a:lnTo>
                  <a:pt x="206106" y="351529"/>
                </a:lnTo>
                <a:lnTo>
                  <a:pt x="182768" y="361424"/>
                </a:lnTo>
                <a:lnTo>
                  <a:pt x="187954" y="389048"/>
                </a:lnTo>
                <a:lnTo>
                  <a:pt x="180980" y="421415"/>
                </a:lnTo>
                <a:lnTo>
                  <a:pt x="167925" y="420179"/>
                </a:lnTo>
                <a:lnTo>
                  <a:pt x="182500" y="411314"/>
                </a:lnTo>
                <a:lnTo>
                  <a:pt x="179907" y="360290"/>
                </a:lnTo>
                <a:lnTo>
                  <a:pt x="202529" y="349467"/>
                </a:lnTo>
                <a:lnTo>
                  <a:pt x="213974" y="310402"/>
                </a:lnTo>
                <a:lnTo>
                  <a:pt x="210129" y="302672"/>
                </a:lnTo>
                <a:lnTo>
                  <a:pt x="170786" y="292777"/>
                </a:lnTo>
                <a:lnTo>
                  <a:pt x="147269" y="297003"/>
                </a:lnTo>
                <a:lnTo>
                  <a:pt x="127061" y="312051"/>
                </a:lnTo>
                <a:lnTo>
                  <a:pt x="111235" y="309887"/>
                </a:lnTo>
                <a:lnTo>
                  <a:pt x="112039" y="269999"/>
                </a:lnTo>
                <a:lnTo>
                  <a:pt x="72875" y="251035"/>
                </a:lnTo>
                <a:lnTo>
                  <a:pt x="61966" y="238358"/>
                </a:lnTo>
                <a:lnTo>
                  <a:pt x="45066" y="189611"/>
                </a:lnTo>
                <a:lnTo>
                  <a:pt x="25842" y="176522"/>
                </a:lnTo>
                <a:lnTo>
                  <a:pt x="29597" y="169308"/>
                </a:lnTo>
                <a:lnTo>
                  <a:pt x="24769" y="162713"/>
                </a:lnTo>
                <a:lnTo>
                  <a:pt x="29150" y="148800"/>
                </a:lnTo>
                <a:lnTo>
                  <a:pt x="24590" y="123964"/>
                </a:lnTo>
                <a:lnTo>
                  <a:pt x="40059" y="103251"/>
                </a:lnTo>
                <a:lnTo>
                  <a:pt x="35052" y="85527"/>
                </a:lnTo>
                <a:lnTo>
                  <a:pt x="22981" y="82538"/>
                </a:lnTo>
                <a:lnTo>
                  <a:pt x="23964" y="69657"/>
                </a:lnTo>
                <a:lnTo>
                  <a:pt x="18420" y="62547"/>
                </a:lnTo>
                <a:lnTo>
                  <a:pt x="32190" y="36889"/>
                </a:lnTo>
                <a:lnTo>
                  <a:pt x="15022" y="24730"/>
                </a:lnTo>
                <a:lnTo>
                  <a:pt x="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332D786F-F593-62AC-1A3C-F1741A467223}"/>
              </a:ext>
            </a:extLst>
          </p:cNvPr>
          <p:cNvSpPr/>
          <p:nvPr/>
        </p:nvSpPr>
        <p:spPr>
          <a:xfrm>
            <a:off x="692824" y="4005647"/>
            <a:ext cx="159252" cy="174691"/>
          </a:xfrm>
          <a:custGeom>
            <a:avLst/>
            <a:gdLst/>
            <a:ahLst/>
            <a:cxnLst/>
            <a:rect l="0" t="0" r="0" b="0"/>
            <a:pathLst>
              <a:path w="159252" h="174691">
                <a:moveTo>
                  <a:pt x="7600" y="0"/>
                </a:moveTo>
                <a:lnTo>
                  <a:pt x="1073" y="16798"/>
                </a:lnTo>
                <a:lnTo>
                  <a:pt x="24321" y="29783"/>
                </a:lnTo>
                <a:lnTo>
                  <a:pt x="39433" y="51116"/>
                </a:lnTo>
                <a:lnTo>
                  <a:pt x="67420" y="61113"/>
                </a:lnTo>
                <a:lnTo>
                  <a:pt x="87896" y="90485"/>
                </a:lnTo>
                <a:lnTo>
                  <a:pt x="96659" y="115941"/>
                </a:lnTo>
                <a:lnTo>
                  <a:pt x="136003" y="137173"/>
                </a:lnTo>
                <a:lnTo>
                  <a:pt x="159251" y="165208"/>
                </a:lnTo>
                <a:lnTo>
                  <a:pt x="156300" y="174690"/>
                </a:lnTo>
                <a:lnTo>
                  <a:pt x="150041" y="173866"/>
                </a:lnTo>
                <a:lnTo>
                  <a:pt x="124021" y="137070"/>
                </a:lnTo>
                <a:lnTo>
                  <a:pt x="88254" y="115941"/>
                </a:lnTo>
                <a:lnTo>
                  <a:pt x="82621" y="92546"/>
                </a:lnTo>
                <a:lnTo>
                  <a:pt x="66258" y="69460"/>
                </a:lnTo>
                <a:lnTo>
                  <a:pt x="41489" y="59463"/>
                </a:lnTo>
                <a:lnTo>
                  <a:pt x="30312" y="39882"/>
                </a:lnTo>
                <a:lnTo>
                  <a:pt x="0" y="18550"/>
                </a:lnTo>
                <a:lnTo>
                  <a:pt x="0" y="8348"/>
                </a:lnTo>
                <a:lnTo>
                  <a:pt x="760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EDF4C182-2CE7-FCCF-557D-6B69B5C1709D}"/>
              </a:ext>
            </a:extLst>
          </p:cNvPr>
          <p:cNvSpPr/>
          <p:nvPr/>
        </p:nvSpPr>
        <p:spPr>
          <a:xfrm>
            <a:off x="851985" y="4147767"/>
            <a:ext cx="2013215" cy="911934"/>
          </a:xfrm>
          <a:custGeom>
            <a:avLst/>
            <a:gdLst/>
            <a:ahLst/>
            <a:cxnLst/>
            <a:rect l="0" t="0" r="0" b="0"/>
            <a:pathLst>
              <a:path w="2013215" h="911934">
                <a:moveTo>
                  <a:pt x="0" y="23397"/>
                </a:moveTo>
                <a:lnTo>
                  <a:pt x="243839" y="0"/>
                </a:lnTo>
                <a:lnTo>
                  <a:pt x="300798" y="81427"/>
                </a:lnTo>
                <a:lnTo>
                  <a:pt x="350781" y="194404"/>
                </a:lnTo>
                <a:lnTo>
                  <a:pt x="380915" y="304610"/>
                </a:lnTo>
                <a:lnTo>
                  <a:pt x="525501" y="313167"/>
                </a:lnTo>
                <a:lnTo>
                  <a:pt x="674827" y="378430"/>
                </a:lnTo>
                <a:lnTo>
                  <a:pt x="800904" y="347499"/>
                </a:lnTo>
                <a:lnTo>
                  <a:pt x="874136" y="447307"/>
                </a:lnTo>
                <a:lnTo>
                  <a:pt x="954164" y="503505"/>
                </a:lnTo>
                <a:lnTo>
                  <a:pt x="1013716" y="611372"/>
                </a:lnTo>
                <a:lnTo>
                  <a:pt x="1095710" y="711824"/>
                </a:lnTo>
                <a:lnTo>
                  <a:pt x="1137826" y="751636"/>
                </a:lnTo>
                <a:lnTo>
                  <a:pt x="1347150" y="793513"/>
                </a:lnTo>
                <a:lnTo>
                  <a:pt x="1570065" y="826314"/>
                </a:lnTo>
                <a:lnTo>
                  <a:pt x="1641688" y="866028"/>
                </a:lnTo>
                <a:lnTo>
                  <a:pt x="1756230" y="875931"/>
                </a:lnTo>
                <a:lnTo>
                  <a:pt x="1810685" y="790522"/>
                </a:lnTo>
                <a:lnTo>
                  <a:pt x="2013214" y="762879"/>
                </a:lnTo>
                <a:lnTo>
                  <a:pt x="1921115" y="911933"/>
                </a:lnTo>
                <a:lnTo>
                  <a:pt x="1756320" y="883255"/>
                </a:lnTo>
                <a:lnTo>
                  <a:pt x="1666546" y="853959"/>
                </a:lnTo>
                <a:lnTo>
                  <a:pt x="1555222" y="858601"/>
                </a:lnTo>
                <a:lnTo>
                  <a:pt x="1429234" y="810017"/>
                </a:lnTo>
                <a:lnTo>
                  <a:pt x="1211952" y="760300"/>
                </a:lnTo>
                <a:lnTo>
                  <a:pt x="1089541" y="710071"/>
                </a:lnTo>
                <a:lnTo>
                  <a:pt x="982688" y="678820"/>
                </a:lnTo>
                <a:lnTo>
                  <a:pt x="963821" y="524644"/>
                </a:lnTo>
                <a:lnTo>
                  <a:pt x="892735" y="474014"/>
                </a:lnTo>
                <a:lnTo>
                  <a:pt x="811008" y="426376"/>
                </a:lnTo>
                <a:lnTo>
                  <a:pt x="657748" y="384514"/>
                </a:lnTo>
                <a:lnTo>
                  <a:pt x="524786" y="326879"/>
                </a:lnTo>
                <a:lnTo>
                  <a:pt x="531313" y="398845"/>
                </a:lnTo>
                <a:lnTo>
                  <a:pt x="410512" y="322033"/>
                </a:lnTo>
                <a:lnTo>
                  <a:pt x="397993" y="272134"/>
                </a:lnTo>
                <a:lnTo>
                  <a:pt x="330216" y="208114"/>
                </a:lnTo>
                <a:lnTo>
                  <a:pt x="284792" y="101424"/>
                </a:lnTo>
                <a:lnTo>
                  <a:pt x="173647" y="4710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9EBEF862-6DEE-BF64-1CFE-5C4540AC5608}"/>
              </a:ext>
            </a:extLst>
          </p:cNvPr>
          <p:cNvSpPr/>
          <p:nvPr/>
        </p:nvSpPr>
        <p:spPr>
          <a:xfrm>
            <a:off x="1732828" y="4715723"/>
            <a:ext cx="48375" cy="28257"/>
          </a:xfrm>
          <a:custGeom>
            <a:avLst/>
            <a:gdLst/>
            <a:ahLst/>
            <a:cxnLst/>
            <a:rect l="0" t="0" r="0" b="0"/>
            <a:pathLst>
              <a:path w="48375" h="28257">
                <a:moveTo>
                  <a:pt x="48374" y="8972"/>
                </a:moveTo>
                <a:lnTo>
                  <a:pt x="32189" y="28256"/>
                </a:lnTo>
                <a:lnTo>
                  <a:pt x="18866" y="8559"/>
                </a:lnTo>
                <a:lnTo>
                  <a:pt x="0" y="0"/>
                </a:lnTo>
                <a:lnTo>
                  <a:pt x="19850" y="7218"/>
                </a:lnTo>
                <a:lnTo>
                  <a:pt x="25215" y="20934"/>
                </a:lnTo>
                <a:lnTo>
                  <a:pt x="34604" y="25987"/>
                </a:lnTo>
                <a:lnTo>
                  <a:pt x="48374" y="897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8F64AC09-457F-1B29-8020-EF166C93650F}"/>
              </a:ext>
            </a:extLst>
          </p:cNvPr>
          <p:cNvSpPr/>
          <p:nvPr/>
        </p:nvSpPr>
        <p:spPr>
          <a:xfrm>
            <a:off x="1695183" y="4473306"/>
            <a:ext cx="11447" cy="52377"/>
          </a:xfrm>
          <a:custGeom>
            <a:avLst/>
            <a:gdLst/>
            <a:ahLst/>
            <a:cxnLst/>
            <a:rect l="0" t="0" r="0" b="0"/>
            <a:pathLst>
              <a:path w="11447" h="52377">
                <a:moveTo>
                  <a:pt x="7064" y="52376"/>
                </a:moveTo>
                <a:lnTo>
                  <a:pt x="7243" y="27012"/>
                </a:lnTo>
                <a:lnTo>
                  <a:pt x="0" y="9897"/>
                </a:lnTo>
                <a:lnTo>
                  <a:pt x="5723" y="0"/>
                </a:lnTo>
                <a:lnTo>
                  <a:pt x="2683" y="16496"/>
                </a:lnTo>
                <a:lnTo>
                  <a:pt x="11446" y="39488"/>
                </a:lnTo>
                <a:lnTo>
                  <a:pt x="7064" y="5237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7B52A231-858D-323A-FA6A-4AAB866F3AD3}"/>
              </a:ext>
            </a:extLst>
          </p:cNvPr>
          <p:cNvSpPr/>
          <p:nvPr/>
        </p:nvSpPr>
        <p:spPr>
          <a:xfrm>
            <a:off x="1705377" y="4431036"/>
            <a:ext cx="32101" cy="44745"/>
          </a:xfrm>
          <a:custGeom>
            <a:avLst/>
            <a:gdLst/>
            <a:ahLst/>
            <a:cxnLst/>
            <a:rect l="0" t="0" r="0" b="0"/>
            <a:pathLst>
              <a:path w="32101" h="44745">
                <a:moveTo>
                  <a:pt x="0" y="44744"/>
                </a:moveTo>
                <a:lnTo>
                  <a:pt x="13770" y="15155"/>
                </a:lnTo>
                <a:lnTo>
                  <a:pt x="26199" y="10103"/>
                </a:lnTo>
                <a:lnTo>
                  <a:pt x="32100" y="0"/>
                </a:lnTo>
                <a:lnTo>
                  <a:pt x="28971" y="10412"/>
                </a:lnTo>
                <a:lnTo>
                  <a:pt x="11982" y="19588"/>
                </a:lnTo>
                <a:lnTo>
                  <a:pt x="8137" y="37424"/>
                </a:lnTo>
                <a:lnTo>
                  <a:pt x="0" y="4474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FCDE784C-D36D-F669-AC21-D67A80B793B2}"/>
              </a:ext>
            </a:extLst>
          </p:cNvPr>
          <p:cNvSpPr/>
          <p:nvPr/>
        </p:nvSpPr>
        <p:spPr>
          <a:xfrm>
            <a:off x="1677568" y="4307225"/>
            <a:ext cx="11357" cy="40617"/>
          </a:xfrm>
          <a:custGeom>
            <a:avLst/>
            <a:gdLst/>
            <a:ahLst/>
            <a:cxnLst/>
            <a:rect l="0" t="0" r="0" b="0"/>
            <a:pathLst>
              <a:path w="11357" h="40617">
                <a:moveTo>
                  <a:pt x="7958" y="12370"/>
                </a:moveTo>
                <a:lnTo>
                  <a:pt x="2504" y="28142"/>
                </a:lnTo>
                <a:lnTo>
                  <a:pt x="7780" y="40616"/>
                </a:lnTo>
                <a:lnTo>
                  <a:pt x="0" y="27214"/>
                </a:lnTo>
                <a:lnTo>
                  <a:pt x="6528" y="1546"/>
                </a:lnTo>
                <a:lnTo>
                  <a:pt x="11356" y="0"/>
                </a:lnTo>
                <a:lnTo>
                  <a:pt x="7958" y="1237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AA9AB0A9-B49B-334F-6CB8-EDA5C96DCB5F}"/>
              </a:ext>
            </a:extLst>
          </p:cNvPr>
          <p:cNvSpPr/>
          <p:nvPr/>
        </p:nvSpPr>
        <p:spPr>
          <a:xfrm>
            <a:off x="1531193" y="4628071"/>
            <a:ext cx="93710" cy="50013"/>
          </a:xfrm>
          <a:custGeom>
            <a:avLst/>
            <a:gdLst/>
            <a:ahLst/>
            <a:cxnLst/>
            <a:rect l="0" t="0" r="0" b="0"/>
            <a:pathLst>
              <a:path w="93710" h="50013">
                <a:moveTo>
                  <a:pt x="15469" y="50012"/>
                </a:moveTo>
                <a:lnTo>
                  <a:pt x="4024" y="46609"/>
                </a:lnTo>
                <a:lnTo>
                  <a:pt x="0" y="31347"/>
                </a:lnTo>
                <a:lnTo>
                  <a:pt x="7243" y="35059"/>
                </a:lnTo>
                <a:lnTo>
                  <a:pt x="5544" y="45784"/>
                </a:lnTo>
                <a:lnTo>
                  <a:pt x="29687" y="48156"/>
                </a:lnTo>
                <a:lnTo>
                  <a:pt x="37645" y="34853"/>
                </a:lnTo>
                <a:lnTo>
                  <a:pt x="55349" y="40422"/>
                </a:lnTo>
                <a:lnTo>
                  <a:pt x="72517" y="23923"/>
                </a:lnTo>
                <a:lnTo>
                  <a:pt x="80654" y="1753"/>
                </a:lnTo>
                <a:lnTo>
                  <a:pt x="89775" y="0"/>
                </a:lnTo>
                <a:lnTo>
                  <a:pt x="93709" y="6702"/>
                </a:lnTo>
                <a:lnTo>
                  <a:pt x="78240" y="8249"/>
                </a:lnTo>
                <a:lnTo>
                  <a:pt x="74037" y="25985"/>
                </a:lnTo>
                <a:lnTo>
                  <a:pt x="56243" y="43206"/>
                </a:lnTo>
                <a:lnTo>
                  <a:pt x="38628" y="37019"/>
                </a:lnTo>
                <a:lnTo>
                  <a:pt x="32548" y="48981"/>
                </a:lnTo>
                <a:lnTo>
                  <a:pt x="15469" y="5001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38B525AE-9A03-847A-150B-E621BB4CD45E}"/>
              </a:ext>
            </a:extLst>
          </p:cNvPr>
          <p:cNvSpPr/>
          <p:nvPr/>
        </p:nvSpPr>
        <p:spPr>
          <a:xfrm>
            <a:off x="1351645" y="4652509"/>
            <a:ext cx="177672" cy="43724"/>
          </a:xfrm>
          <a:custGeom>
            <a:avLst/>
            <a:gdLst/>
            <a:ahLst/>
            <a:cxnLst/>
            <a:rect l="0" t="0" r="0" b="0"/>
            <a:pathLst>
              <a:path w="177672" h="43724">
                <a:moveTo>
                  <a:pt x="12965" y="41454"/>
                </a:moveTo>
                <a:lnTo>
                  <a:pt x="28613" y="30627"/>
                </a:lnTo>
                <a:lnTo>
                  <a:pt x="41221" y="9796"/>
                </a:lnTo>
                <a:lnTo>
                  <a:pt x="57763" y="13199"/>
                </a:lnTo>
                <a:lnTo>
                  <a:pt x="134661" y="0"/>
                </a:lnTo>
                <a:lnTo>
                  <a:pt x="151382" y="722"/>
                </a:lnTo>
                <a:lnTo>
                  <a:pt x="159430" y="9590"/>
                </a:lnTo>
                <a:lnTo>
                  <a:pt x="177671" y="6703"/>
                </a:lnTo>
                <a:lnTo>
                  <a:pt x="162559" y="13199"/>
                </a:lnTo>
                <a:lnTo>
                  <a:pt x="154959" y="11962"/>
                </a:lnTo>
                <a:lnTo>
                  <a:pt x="154601" y="4950"/>
                </a:lnTo>
                <a:lnTo>
                  <a:pt x="135198" y="2166"/>
                </a:lnTo>
                <a:lnTo>
                  <a:pt x="57316" y="15262"/>
                </a:lnTo>
                <a:lnTo>
                  <a:pt x="41042" y="12787"/>
                </a:lnTo>
                <a:lnTo>
                  <a:pt x="30759" y="31555"/>
                </a:lnTo>
                <a:lnTo>
                  <a:pt x="15469" y="43723"/>
                </a:lnTo>
                <a:lnTo>
                  <a:pt x="0" y="32277"/>
                </a:lnTo>
                <a:lnTo>
                  <a:pt x="12965" y="4145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734A8FCE-4B57-D187-CFC5-DC8BE1170F40}"/>
              </a:ext>
            </a:extLst>
          </p:cNvPr>
          <p:cNvSpPr/>
          <p:nvPr/>
        </p:nvSpPr>
        <p:spPr>
          <a:xfrm>
            <a:off x="1604873" y="4361757"/>
            <a:ext cx="33085" cy="101961"/>
          </a:xfrm>
          <a:custGeom>
            <a:avLst/>
            <a:gdLst/>
            <a:ahLst/>
            <a:cxnLst/>
            <a:rect l="0" t="0" r="0" b="0"/>
            <a:pathLst>
              <a:path w="33085" h="101961">
                <a:moveTo>
                  <a:pt x="12518" y="18454"/>
                </a:moveTo>
                <a:lnTo>
                  <a:pt x="31474" y="56392"/>
                </a:lnTo>
                <a:lnTo>
                  <a:pt x="33084" y="101960"/>
                </a:lnTo>
                <a:lnTo>
                  <a:pt x="27897" y="92063"/>
                </a:lnTo>
                <a:lnTo>
                  <a:pt x="31653" y="87733"/>
                </a:lnTo>
                <a:lnTo>
                  <a:pt x="29149" y="55154"/>
                </a:lnTo>
                <a:lnTo>
                  <a:pt x="0" y="0"/>
                </a:lnTo>
                <a:lnTo>
                  <a:pt x="12518" y="1845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BA98CC24-3E5D-AB02-0C3D-528F90084888}"/>
              </a:ext>
            </a:extLst>
          </p:cNvPr>
          <p:cNvSpPr/>
          <p:nvPr/>
        </p:nvSpPr>
        <p:spPr>
          <a:xfrm>
            <a:off x="968316" y="3943096"/>
            <a:ext cx="120445" cy="95942"/>
          </a:xfrm>
          <a:custGeom>
            <a:avLst/>
            <a:gdLst/>
            <a:ahLst/>
            <a:cxnLst/>
            <a:rect l="0" t="0" r="0" b="0"/>
            <a:pathLst>
              <a:path w="120445" h="95942">
                <a:moveTo>
                  <a:pt x="119193" y="85945"/>
                </a:moveTo>
                <a:lnTo>
                  <a:pt x="120444" y="94498"/>
                </a:lnTo>
                <a:lnTo>
                  <a:pt x="111503" y="95941"/>
                </a:lnTo>
                <a:lnTo>
                  <a:pt x="37645" y="51628"/>
                </a:lnTo>
                <a:lnTo>
                  <a:pt x="7243" y="55234"/>
                </a:lnTo>
                <a:lnTo>
                  <a:pt x="0" y="50185"/>
                </a:lnTo>
                <a:lnTo>
                  <a:pt x="34694" y="46681"/>
                </a:lnTo>
                <a:lnTo>
                  <a:pt x="48553" y="52040"/>
                </a:lnTo>
                <a:lnTo>
                  <a:pt x="45513" y="16281"/>
                </a:lnTo>
                <a:lnTo>
                  <a:pt x="38002" y="4740"/>
                </a:lnTo>
                <a:lnTo>
                  <a:pt x="29418" y="2679"/>
                </a:lnTo>
                <a:lnTo>
                  <a:pt x="36482" y="0"/>
                </a:lnTo>
                <a:lnTo>
                  <a:pt x="46765" y="7934"/>
                </a:lnTo>
                <a:lnTo>
                  <a:pt x="54455" y="37097"/>
                </a:lnTo>
                <a:lnTo>
                  <a:pt x="51236" y="48948"/>
                </a:lnTo>
                <a:lnTo>
                  <a:pt x="56422" y="56265"/>
                </a:lnTo>
                <a:lnTo>
                  <a:pt x="79044" y="63375"/>
                </a:lnTo>
                <a:lnTo>
                  <a:pt x="104081" y="88109"/>
                </a:lnTo>
                <a:lnTo>
                  <a:pt x="112933" y="91303"/>
                </a:lnTo>
                <a:lnTo>
                  <a:pt x="119193" y="85945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B7961456-C48D-D2C4-592A-75F9EFA411D7}"/>
              </a:ext>
            </a:extLst>
          </p:cNvPr>
          <p:cNvSpPr/>
          <p:nvPr/>
        </p:nvSpPr>
        <p:spPr>
          <a:xfrm>
            <a:off x="508000" y="3426444"/>
            <a:ext cx="20746" cy="190251"/>
          </a:xfrm>
          <a:custGeom>
            <a:avLst/>
            <a:gdLst/>
            <a:ahLst/>
            <a:cxnLst/>
            <a:rect l="0" t="0" r="0" b="0"/>
            <a:pathLst>
              <a:path w="20746" h="190251">
                <a:moveTo>
                  <a:pt x="0" y="18540"/>
                </a:moveTo>
                <a:lnTo>
                  <a:pt x="0" y="0"/>
                </a:lnTo>
                <a:lnTo>
                  <a:pt x="0" y="16171"/>
                </a:lnTo>
                <a:lnTo>
                  <a:pt x="0" y="34916"/>
                </a:lnTo>
                <a:lnTo>
                  <a:pt x="0" y="51293"/>
                </a:lnTo>
                <a:lnTo>
                  <a:pt x="0" y="73645"/>
                </a:lnTo>
                <a:lnTo>
                  <a:pt x="0" y="90537"/>
                </a:lnTo>
                <a:lnTo>
                  <a:pt x="0" y="94864"/>
                </a:lnTo>
                <a:lnTo>
                  <a:pt x="0" y="109078"/>
                </a:lnTo>
                <a:lnTo>
                  <a:pt x="12518" y="143174"/>
                </a:lnTo>
                <a:lnTo>
                  <a:pt x="7690" y="169545"/>
                </a:lnTo>
                <a:lnTo>
                  <a:pt x="20745" y="190250"/>
                </a:lnTo>
                <a:lnTo>
                  <a:pt x="5633" y="183967"/>
                </a:lnTo>
                <a:lnTo>
                  <a:pt x="0" y="188190"/>
                </a:lnTo>
                <a:lnTo>
                  <a:pt x="0" y="180361"/>
                </a:lnTo>
                <a:lnTo>
                  <a:pt x="0" y="155329"/>
                </a:lnTo>
                <a:lnTo>
                  <a:pt x="0" y="150488"/>
                </a:lnTo>
                <a:lnTo>
                  <a:pt x="0" y="152857"/>
                </a:lnTo>
                <a:lnTo>
                  <a:pt x="0" y="178095"/>
                </a:lnTo>
                <a:lnTo>
                  <a:pt x="10819" y="182421"/>
                </a:lnTo>
                <a:lnTo>
                  <a:pt x="4024" y="156462"/>
                </a:lnTo>
                <a:lnTo>
                  <a:pt x="8495" y="140908"/>
                </a:lnTo>
                <a:lnTo>
                  <a:pt x="0" y="98984"/>
                </a:lnTo>
                <a:lnTo>
                  <a:pt x="0" y="87035"/>
                </a:lnTo>
                <a:lnTo>
                  <a:pt x="0" y="78280"/>
                </a:lnTo>
                <a:lnTo>
                  <a:pt x="0" y="51603"/>
                </a:lnTo>
                <a:lnTo>
                  <a:pt x="0" y="39448"/>
                </a:lnTo>
                <a:lnTo>
                  <a:pt x="0" y="31929"/>
                </a:lnTo>
                <a:lnTo>
                  <a:pt x="0" y="19879"/>
                </a:lnTo>
                <a:lnTo>
                  <a:pt x="0" y="1854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778FABDE-178F-A20A-21A2-CBB4661B8A97}"/>
              </a:ext>
            </a:extLst>
          </p:cNvPr>
          <p:cNvSpPr/>
          <p:nvPr/>
        </p:nvSpPr>
        <p:spPr>
          <a:xfrm>
            <a:off x="1641086" y="4583216"/>
            <a:ext cx="27184" cy="23408"/>
          </a:xfrm>
          <a:custGeom>
            <a:avLst/>
            <a:gdLst/>
            <a:ahLst/>
            <a:cxnLst/>
            <a:rect l="0" t="0" r="0" b="0"/>
            <a:pathLst>
              <a:path w="27184" h="23408">
                <a:moveTo>
                  <a:pt x="0" y="23407"/>
                </a:moveTo>
                <a:lnTo>
                  <a:pt x="23696" y="0"/>
                </a:lnTo>
                <a:lnTo>
                  <a:pt x="27183" y="6084"/>
                </a:lnTo>
                <a:lnTo>
                  <a:pt x="0" y="2340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FFA169DF-9434-3296-2188-AAF8D0D7AA09}"/>
              </a:ext>
            </a:extLst>
          </p:cNvPr>
          <p:cNvSpPr/>
          <p:nvPr/>
        </p:nvSpPr>
        <p:spPr>
          <a:xfrm>
            <a:off x="1339931" y="4540735"/>
            <a:ext cx="37467" cy="15777"/>
          </a:xfrm>
          <a:custGeom>
            <a:avLst/>
            <a:gdLst/>
            <a:ahLst/>
            <a:cxnLst/>
            <a:rect l="0" t="0" r="0" b="0"/>
            <a:pathLst>
              <a:path w="37467" h="15777">
                <a:moveTo>
                  <a:pt x="0" y="15776"/>
                </a:moveTo>
                <a:lnTo>
                  <a:pt x="16006" y="6084"/>
                </a:lnTo>
                <a:lnTo>
                  <a:pt x="28793" y="9383"/>
                </a:lnTo>
                <a:lnTo>
                  <a:pt x="31833" y="0"/>
                </a:lnTo>
                <a:lnTo>
                  <a:pt x="37466" y="10311"/>
                </a:lnTo>
                <a:lnTo>
                  <a:pt x="36661" y="14642"/>
                </a:lnTo>
                <a:lnTo>
                  <a:pt x="0" y="1577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9A42F4F5-EFEB-21C3-9D44-2D76C11F7D28}"/>
              </a:ext>
            </a:extLst>
          </p:cNvPr>
          <p:cNvSpPr/>
          <p:nvPr/>
        </p:nvSpPr>
        <p:spPr>
          <a:xfrm>
            <a:off x="584719" y="3623287"/>
            <a:ext cx="41133" cy="67272"/>
          </a:xfrm>
          <a:custGeom>
            <a:avLst/>
            <a:gdLst/>
            <a:ahLst/>
            <a:cxnLst/>
            <a:rect l="0" t="0" r="0" b="0"/>
            <a:pathLst>
              <a:path w="41133" h="67272">
                <a:moveTo>
                  <a:pt x="9210" y="66962"/>
                </a:moveTo>
                <a:lnTo>
                  <a:pt x="0" y="67271"/>
                </a:lnTo>
                <a:lnTo>
                  <a:pt x="11535" y="56557"/>
                </a:lnTo>
                <a:lnTo>
                  <a:pt x="17705" y="26064"/>
                </a:lnTo>
                <a:lnTo>
                  <a:pt x="37287" y="0"/>
                </a:lnTo>
                <a:lnTo>
                  <a:pt x="41132" y="2679"/>
                </a:lnTo>
                <a:lnTo>
                  <a:pt x="15738" y="37705"/>
                </a:lnTo>
                <a:lnTo>
                  <a:pt x="9210" y="66962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EF165470-CD0F-5B6E-2866-77895945144D}"/>
              </a:ext>
            </a:extLst>
          </p:cNvPr>
          <p:cNvSpPr/>
          <p:nvPr/>
        </p:nvSpPr>
        <p:spPr>
          <a:xfrm>
            <a:off x="1690444" y="4350830"/>
            <a:ext cx="44352" cy="18660"/>
          </a:xfrm>
          <a:custGeom>
            <a:avLst/>
            <a:gdLst/>
            <a:ahLst/>
            <a:cxnLst/>
            <a:rect l="0" t="0" r="0" b="0"/>
            <a:pathLst>
              <a:path w="44352" h="18660">
                <a:moveTo>
                  <a:pt x="0" y="0"/>
                </a:moveTo>
                <a:lnTo>
                  <a:pt x="24679" y="8866"/>
                </a:lnTo>
                <a:lnTo>
                  <a:pt x="42026" y="6804"/>
                </a:lnTo>
                <a:lnTo>
                  <a:pt x="44351" y="12474"/>
                </a:lnTo>
                <a:lnTo>
                  <a:pt x="38181" y="18659"/>
                </a:lnTo>
                <a:lnTo>
                  <a:pt x="0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AD25D388-3828-1F53-9025-F2FEB37E6ACD}"/>
              </a:ext>
            </a:extLst>
          </p:cNvPr>
          <p:cNvSpPr/>
          <p:nvPr/>
        </p:nvSpPr>
        <p:spPr>
          <a:xfrm>
            <a:off x="1343508" y="4373510"/>
            <a:ext cx="48733" cy="72888"/>
          </a:xfrm>
          <a:custGeom>
            <a:avLst/>
            <a:gdLst/>
            <a:ahLst/>
            <a:cxnLst/>
            <a:rect l="0" t="0" r="0" b="0"/>
            <a:pathLst>
              <a:path w="48733" h="72888">
                <a:moveTo>
                  <a:pt x="48732" y="72887"/>
                </a:moveTo>
                <a:lnTo>
                  <a:pt x="26378" y="69588"/>
                </a:lnTo>
                <a:lnTo>
                  <a:pt x="5186" y="57526"/>
                </a:lnTo>
                <a:lnTo>
                  <a:pt x="0" y="13608"/>
                </a:lnTo>
                <a:lnTo>
                  <a:pt x="4024" y="0"/>
                </a:lnTo>
                <a:lnTo>
                  <a:pt x="5901" y="54742"/>
                </a:lnTo>
                <a:lnTo>
                  <a:pt x="48732" y="72887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94176AA7-9A24-43F5-5341-11A2C5DC0566}"/>
              </a:ext>
            </a:extLst>
          </p:cNvPr>
          <p:cNvSpPr/>
          <p:nvPr/>
        </p:nvSpPr>
        <p:spPr>
          <a:xfrm>
            <a:off x="1450808" y="4302895"/>
            <a:ext cx="138775" cy="186186"/>
          </a:xfrm>
          <a:custGeom>
            <a:avLst/>
            <a:gdLst/>
            <a:ahLst/>
            <a:cxnLst/>
            <a:rect l="0" t="0" r="0" b="0"/>
            <a:pathLst>
              <a:path w="138775" h="186186">
                <a:moveTo>
                  <a:pt x="138774" y="180618"/>
                </a:moveTo>
                <a:lnTo>
                  <a:pt x="127150" y="186185"/>
                </a:lnTo>
                <a:lnTo>
                  <a:pt x="102471" y="175256"/>
                </a:lnTo>
                <a:lnTo>
                  <a:pt x="89148" y="178040"/>
                </a:lnTo>
                <a:lnTo>
                  <a:pt x="77882" y="168143"/>
                </a:lnTo>
                <a:lnTo>
                  <a:pt x="59820" y="172885"/>
                </a:lnTo>
                <a:lnTo>
                  <a:pt x="52398" y="167833"/>
                </a:lnTo>
                <a:lnTo>
                  <a:pt x="55796" y="151956"/>
                </a:lnTo>
                <a:lnTo>
                  <a:pt x="40863" y="140306"/>
                </a:lnTo>
                <a:lnTo>
                  <a:pt x="24589" y="112882"/>
                </a:lnTo>
                <a:lnTo>
                  <a:pt x="21639" y="79171"/>
                </a:lnTo>
                <a:lnTo>
                  <a:pt x="11266" y="65666"/>
                </a:lnTo>
                <a:lnTo>
                  <a:pt x="15737" y="12886"/>
                </a:lnTo>
                <a:lnTo>
                  <a:pt x="0" y="0"/>
                </a:lnTo>
                <a:lnTo>
                  <a:pt x="17168" y="6701"/>
                </a:lnTo>
                <a:lnTo>
                  <a:pt x="26646" y="2990"/>
                </a:lnTo>
                <a:lnTo>
                  <a:pt x="15469" y="23607"/>
                </a:lnTo>
                <a:lnTo>
                  <a:pt x="18241" y="48966"/>
                </a:lnTo>
                <a:lnTo>
                  <a:pt x="12786" y="63295"/>
                </a:lnTo>
                <a:lnTo>
                  <a:pt x="22801" y="76182"/>
                </a:lnTo>
                <a:lnTo>
                  <a:pt x="27004" y="114016"/>
                </a:lnTo>
                <a:lnTo>
                  <a:pt x="34515" y="118656"/>
                </a:lnTo>
                <a:lnTo>
                  <a:pt x="40684" y="137007"/>
                </a:lnTo>
                <a:lnTo>
                  <a:pt x="58657" y="151647"/>
                </a:lnTo>
                <a:lnTo>
                  <a:pt x="55975" y="167009"/>
                </a:lnTo>
                <a:lnTo>
                  <a:pt x="82174" y="162060"/>
                </a:lnTo>
                <a:lnTo>
                  <a:pt x="90936" y="174844"/>
                </a:lnTo>
                <a:lnTo>
                  <a:pt x="111502" y="171648"/>
                </a:lnTo>
                <a:lnTo>
                  <a:pt x="121249" y="181855"/>
                </a:lnTo>
                <a:lnTo>
                  <a:pt x="138774" y="18061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0A6FAE89-D2AE-8CCC-2423-2549E0EBDB0A}"/>
              </a:ext>
            </a:extLst>
          </p:cNvPr>
          <p:cNvSpPr/>
          <p:nvPr/>
        </p:nvSpPr>
        <p:spPr>
          <a:xfrm>
            <a:off x="1689908" y="4718094"/>
            <a:ext cx="41758" cy="42077"/>
          </a:xfrm>
          <a:custGeom>
            <a:avLst/>
            <a:gdLst/>
            <a:ahLst/>
            <a:cxnLst/>
            <a:rect l="0" t="0" r="0" b="0"/>
            <a:pathLst>
              <a:path w="41758" h="42077">
                <a:moveTo>
                  <a:pt x="26109" y="16810"/>
                </a:moveTo>
                <a:lnTo>
                  <a:pt x="0" y="42076"/>
                </a:lnTo>
                <a:lnTo>
                  <a:pt x="35766" y="207"/>
                </a:lnTo>
                <a:lnTo>
                  <a:pt x="41757" y="0"/>
                </a:lnTo>
                <a:lnTo>
                  <a:pt x="26109" y="1681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9CD840C3-449B-146A-305B-7400918368CF}"/>
              </a:ext>
            </a:extLst>
          </p:cNvPr>
          <p:cNvSpPr/>
          <p:nvPr/>
        </p:nvSpPr>
        <p:spPr>
          <a:xfrm>
            <a:off x="2052670" y="4374335"/>
            <a:ext cx="192605" cy="118251"/>
          </a:xfrm>
          <a:custGeom>
            <a:avLst/>
            <a:gdLst/>
            <a:ahLst/>
            <a:cxnLst/>
            <a:rect l="0" t="0" r="0" b="0"/>
            <a:pathLst>
              <a:path w="192605" h="118251">
                <a:moveTo>
                  <a:pt x="75468" y="0"/>
                </a:moveTo>
                <a:lnTo>
                  <a:pt x="96749" y="21752"/>
                </a:lnTo>
                <a:lnTo>
                  <a:pt x="133857" y="41958"/>
                </a:lnTo>
                <a:lnTo>
                  <a:pt x="136808" y="57525"/>
                </a:lnTo>
                <a:lnTo>
                  <a:pt x="164616" y="72680"/>
                </a:lnTo>
                <a:lnTo>
                  <a:pt x="186881" y="101239"/>
                </a:lnTo>
                <a:lnTo>
                  <a:pt x="186076" y="107425"/>
                </a:lnTo>
                <a:lnTo>
                  <a:pt x="192604" y="109796"/>
                </a:lnTo>
                <a:lnTo>
                  <a:pt x="189653" y="118250"/>
                </a:lnTo>
                <a:lnTo>
                  <a:pt x="186523" y="109384"/>
                </a:lnTo>
                <a:lnTo>
                  <a:pt x="177313" y="108250"/>
                </a:lnTo>
                <a:lnTo>
                  <a:pt x="177224" y="98661"/>
                </a:lnTo>
                <a:lnTo>
                  <a:pt x="158983" y="71134"/>
                </a:lnTo>
                <a:lnTo>
                  <a:pt x="135467" y="61340"/>
                </a:lnTo>
                <a:lnTo>
                  <a:pt x="132158" y="43504"/>
                </a:lnTo>
                <a:lnTo>
                  <a:pt x="92815" y="21442"/>
                </a:lnTo>
                <a:lnTo>
                  <a:pt x="75557" y="1546"/>
                </a:lnTo>
                <a:lnTo>
                  <a:pt x="41222" y="7628"/>
                </a:lnTo>
                <a:lnTo>
                  <a:pt x="17616" y="19793"/>
                </a:lnTo>
                <a:lnTo>
                  <a:pt x="0" y="17731"/>
                </a:lnTo>
                <a:lnTo>
                  <a:pt x="75468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780ACEB5-BBCD-A1BD-0DD5-02E73889BDB8}"/>
              </a:ext>
            </a:extLst>
          </p:cNvPr>
          <p:cNvSpPr/>
          <p:nvPr/>
        </p:nvSpPr>
        <p:spPr>
          <a:xfrm>
            <a:off x="2242233" y="4460625"/>
            <a:ext cx="300262" cy="218902"/>
          </a:xfrm>
          <a:custGeom>
            <a:avLst/>
            <a:gdLst/>
            <a:ahLst/>
            <a:cxnLst/>
            <a:rect l="0" t="0" r="0" b="0"/>
            <a:pathLst>
              <a:path w="300262" h="218902">
                <a:moveTo>
                  <a:pt x="44083" y="0"/>
                </a:moveTo>
                <a:lnTo>
                  <a:pt x="64291" y="30208"/>
                </a:lnTo>
                <a:lnTo>
                  <a:pt x="36661" y="57324"/>
                </a:lnTo>
                <a:lnTo>
                  <a:pt x="64559" y="69800"/>
                </a:lnTo>
                <a:lnTo>
                  <a:pt x="95855" y="59283"/>
                </a:lnTo>
                <a:lnTo>
                  <a:pt x="149326" y="11444"/>
                </a:lnTo>
                <a:lnTo>
                  <a:pt x="172664" y="34023"/>
                </a:lnTo>
                <a:lnTo>
                  <a:pt x="186255" y="44436"/>
                </a:lnTo>
                <a:lnTo>
                  <a:pt x="220681" y="60520"/>
                </a:lnTo>
                <a:lnTo>
                  <a:pt x="220770" y="75161"/>
                </a:lnTo>
                <a:lnTo>
                  <a:pt x="265836" y="102072"/>
                </a:lnTo>
                <a:lnTo>
                  <a:pt x="300261" y="109496"/>
                </a:lnTo>
                <a:lnTo>
                  <a:pt x="275761" y="149091"/>
                </a:lnTo>
                <a:lnTo>
                  <a:pt x="277460" y="163630"/>
                </a:lnTo>
                <a:lnTo>
                  <a:pt x="276476" y="194359"/>
                </a:lnTo>
                <a:lnTo>
                  <a:pt x="269144" y="218901"/>
                </a:lnTo>
                <a:lnTo>
                  <a:pt x="262170" y="209311"/>
                </a:lnTo>
                <a:lnTo>
                  <a:pt x="255732" y="200443"/>
                </a:lnTo>
                <a:lnTo>
                  <a:pt x="260203" y="174973"/>
                </a:lnTo>
                <a:lnTo>
                  <a:pt x="247058" y="148266"/>
                </a:lnTo>
                <a:lnTo>
                  <a:pt x="276924" y="136718"/>
                </a:lnTo>
                <a:lnTo>
                  <a:pt x="277818" y="107022"/>
                </a:lnTo>
                <a:lnTo>
                  <a:pt x="218266" y="78255"/>
                </a:lnTo>
                <a:lnTo>
                  <a:pt x="171591" y="50416"/>
                </a:lnTo>
                <a:lnTo>
                  <a:pt x="153976" y="18764"/>
                </a:lnTo>
                <a:lnTo>
                  <a:pt x="99610" y="63304"/>
                </a:lnTo>
                <a:lnTo>
                  <a:pt x="76273" y="57530"/>
                </a:lnTo>
                <a:lnTo>
                  <a:pt x="54366" y="74543"/>
                </a:lnTo>
                <a:lnTo>
                  <a:pt x="39970" y="52375"/>
                </a:lnTo>
                <a:lnTo>
                  <a:pt x="66616" y="22269"/>
                </a:lnTo>
                <a:lnTo>
                  <a:pt x="50074" y="10413"/>
                </a:lnTo>
                <a:lnTo>
                  <a:pt x="0" y="31754"/>
                </a:lnTo>
                <a:lnTo>
                  <a:pt x="27720" y="21754"/>
                </a:lnTo>
                <a:lnTo>
                  <a:pt x="44083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9377B3D-E61B-061E-69DC-277DEA23527D}"/>
              </a:ext>
            </a:extLst>
          </p:cNvPr>
          <p:cNvSpPr/>
          <p:nvPr/>
        </p:nvSpPr>
        <p:spPr>
          <a:xfrm>
            <a:off x="566300" y="4472378"/>
            <a:ext cx="14933" cy="44541"/>
          </a:xfrm>
          <a:custGeom>
            <a:avLst/>
            <a:gdLst/>
            <a:ahLst/>
            <a:cxnLst/>
            <a:rect l="0" t="0" r="0" b="0"/>
            <a:pathLst>
              <a:path w="14933" h="44541">
                <a:moveTo>
                  <a:pt x="14932" y="44540"/>
                </a:moveTo>
                <a:lnTo>
                  <a:pt x="8584" y="13197"/>
                </a:lnTo>
                <a:lnTo>
                  <a:pt x="0" y="0"/>
                </a:lnTo>
                <a:lnTo>
                  <a:pt x="9746" y="13197"/>
                </a:lnTo>
                <a:lnTo>
                  <a:pt x="14932" y="4454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8B156476-6E9C-2DF9-A9F9-CE95DF3D2F42}"/>
              </a:ext>
            </a:extLst>
          </p:cNvPr>
          <p:cNvSpPr/>
          <p:nvPr/>
        </p:nvSpPr>
        <p:spPr>
          <a:xfrm>
            <a:off x="1557929" y="5253450"/>
            <a:ext cx="67153" cy="37972"/>
          </a:xfrm>
          <a:custGeom>
            <a:avLst/>
            <a:gdLst/>
            <a:ahLst/>
            <a:cxnLst/>
            <a:rect l="0" t="0" r="0" b="0"/>
            <a:pathLst>
              <a:path w="67153" h="37972">
                <a:moveTo>
                  <a:pt x="67152" y="18676"/>
                </a:moveTo>
                <a:lnTo>
                  <a:pt x="65274" y="30232"/>
                </a:lnTo>
                <a:lnTo>
                  <a:pt x="18151" y="37971"/>
                </a:lnTo>
                <a:lnTo>
                  <a:pt x="5186" y="32915"/>
                </a:lnTo>
                <a:lnTo>
                  <a:pt x="7064" y="14549"/>
                </a:lnTo>
                <a:lnTo>
                  <a:pt x="0" y="1342"/>
                </a:lnTo>
                <a:lnTo>
                  <a:pt x="4292" y="0"/>
                </a:lnTo>
                <a:lnTo>
                  <a:pt x="10819" y="13826"/>
                </a:lnTo>
                <a:lnTo>
                  <a:pt x="7064" y="31058"/>
                </a:lnTo>
                <a:lnTo>
                  <a:pt x="20208" y="37248"/>
                </a:lnTo>
                <a:lnTo>
                  <a:pt x="51414" y="25382"/>
                </a:lnTo>
                <a:lnTo>
                  <a:pt x="64469" y="28168"/>
                </a:lnTo>
                <a:lnTo>
                  <a:pt x="67152" y="18676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89FDEE26-3BE4-7B56-7BA8-26BECF0AD6C0}"/>
              </a:ext>
            </a:extLst>
          </p:cNvPr>
          <p:cNvSpPr/>
          <p:nvPr/>
        </p:nvSpPr>
        <p:spPr>
          <a:xfrm>
            <a:off x="1066138" y="4995846"/>
            <a:ext cx="88434" cy="146179"/>
          </a:xfrm>
          <a:custGeom>
            <a:avLst/>
            <a:gdLst/>
            <a:ahLst/>
            <a:cxnLst/>
            <a:rect l="0" t="0" r="0" b="0"/>
            <a:pathLst>
              <a:path w="88434" h="146179">
                <a:moveTo>
                  <a:pt x="86645" y="10728"/>
                </a:moveTo>
                <a:lnTo>
                  <a:pt x="63217" y="17021"/>
                </a:lnTo>
                <a:lnTo>
                  <a:pt x="54097" y="6396"/>
                </a:lnTo>
                <a:lnTo>
                  <a:pt x="37018" y="14854"/>
                </a:lnTo>
                <a:lnTo>
                  <a:pt x="22801" y="32184"/>
                </a:lnTo>
                <a:lnTo>
                  <a:pt x="26110" y="48277"/>
                </a:lnTo>
                <a:lnTo>
                  <a:pt x="12697" y="71487"/>
                </a:lnTo>
                <a:lnTo>
                  <a:pt x="20208" y="106253"/>
                </a:lnTo>
                <a:lnTo>
                  <a:pt x="2682" y="132663"/>
                </a:lnTo>
                <a:lnTo>
                  <a:pt x="3934" y="144837"/>
                </a:lnTo>
                <a:lnTo>
                  <a:pt x="0" y="146178"/>
                </a:lnTo>
                <a:lnTo>
                  <a:pt x="1699" y="132147"/>
                </a:lnTo>
                <a:lnTo>
                  <a:pt x="18330" y="104602"/>
                </a:lnTo>
                <a:lnTo>
                  <a:pt x="10641" y="71178"/>
                </a:lnTo>
                <a:lnTo>
                  <a:pt x="23427" y="50134"/>
                </a:lnTo>
                <a:lnTo>
                  <a:pt x="20208" y="32288"/>
                </a:lnTo>
                <a:lnTo>
                  <a:pt x="55349" y="0"/>
                </a:lnTo>
                <a:lnTo>
                  <a:pt x="68135" y="14132"/>
                </a:lnTo>
                <a:lnTo>
                  <a:pt x="79134" y="7221"/>
                </a:lnTo>
                <a:lnTo>
                  <a:pt x="88433" y="5777"/>
                </a:lnTo>
                <a:lnTo>
                  <a:pt x="86645" y="1072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26680A54-C434-6DDE-9FAB-E44D1BA6446C}"/>
              </a:ext>
            </a:extLst>
          </p:cNvPr>
          <p:cNvSpPr/>
          <p:nvPr/>
        </p:nvSpPr>
        <p:spPr>
          <a:xfrm>
            <a:off x="800750" y="4974907"/>
            <a:ext cx="347563" cy="88301"/>
          </a:xfrm>
          <a:custGeom>
            <a:avLst/>
            <a:gdLst/>
            <a:ahLst/>
            <a:cxnLst/>
            <a:rect l="0" t="0" r="0" b="0"/>
            <a:pathLst>
              <a:path w="347563" h="88301">
                <a:moveTo>
                  <a:pt x="345595" y="8561"/>
                </a:moveTo>
                <a:lnTo>
                  <a:pt x="340766" y="15369"/>
                </a:lnTo>
                <a:lnTo>
                  <a:pt x="347562" y="19186"/>
                </a:lnTo>
                <a:lnTo>
                  <a:pt x="329857" y="18051"/>
                </a:lnTo>
                <a:lnTo>
                  <a:pt x="305268" y="5570"/>
                </a:lnTo>
                <a:lnTo>
                  <a:pt x="282645" y="4332"/>
                </a:lnTo>
                <a:lnTo>
                  <a:pt x="271021" y="26097"/>
                </a:lnTo>
                <a:lnTo>
                  <a:pt x="227028" y="36928"/>
                </a:lnTo>
                <a:lnTo>
                  <a:pt x="208966" y="31667"/>
                </a:lnTo>
                <a:lnTo>
                  <a:pt x="203243" y="22590"/>
                </a:lnTo>
                <a:lnTo>
                  <a:pt x="162648" y="16607"/>
                </a:lnTo>
                <a:lnTo>
                  <a:pt x="129743" y="41467"/>
                </a:lnTo>
                <a:lnTo>
                  <a:pt x="126524" y="53845"/>
                </a:lnTo>
                <a:lnTo>
                  <a:pt x="45870" y="88300"/>
                </a:lnTo>
                <a:lnTo>
                  <a:pt x="39790" y="82111"/>
                </a:lnTo>
                <a:lnTo>
                  <a:pt x="4202" y="78191"/>
                </a:lnTo>
                <a:lnTo>
                  <a:pt x="7779" y="73961"/>
                </a:lnTo>
                <a:lnTo>
                  <a:pt x="0" y="70041"/>
                </a:lnTo>
                <a:lnTo>
                  <a:pt x="46049" y="85412"/>
                </a:lnTo>
                <a:lnTo>
                  <a:pt x="59372" y="82936"/>
                </a:lnTo>
                <a:lnTo>
                  <a:pt x="111055" y="54877"/>
                </a:lnTo>
                <a:lnTo>
                  <a:pt x="125272" y="53123"/>
                </a:lnTo>
                <a:lnTo>
                  <a:pt x="129028" y="39816"/>
                </a:lnTo>
                <a:lnTo>
                  <a:pt x="141993" y="33627"/>
                </a:lnTo>
                <a:lnTo>
                  <a:pt x="151829" y="18051"/>
                </a:lnTo>
                <a:lnTo>
                  <a:pt x="164258" y="13925"/>
                </a:lnTo>
                <a:lnTo>
                  <a:pt x="200561" y="18154"/>
                </a:lnTo>
                <a:lnTo>
                  <a:pt x="212364" y="30842"/>
                </a:lnTo>
                <a:lnTo>
                  <a:pt x="221037" y="31461"/>
                </a:lnTo>
                <a:lnTo>
                  <a:pt x="269322" y="21971"/>
                </a:lnTo>
                <a:lnTo>
                  <a:pt x="273793" y="5054"/>
                </a:lnTo>
                <a:lnTo>
                  <a:pt x="282556" y="1031"/>
                </a:lnTo>
                <a:lnTo>
                  <a:pt x="303122" y="0"/>
                </a:lnTo>
                <a:lnTo>
                  <a:pt x="329768" y="14647"/>
                </a:lnTo>
                <a:lnTo>
                  <a:pt x="345595" y="856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418D4BA5-D45D-8E9C-51DE-C2161F95275E}"/>
              </a:ext>
            </a:extLst>
          </p:cNvPr>
          <p:cNvSpPr/>
          <p:nvPr/>
        </p:nvSpPr>
        <p:spPr>
          <a:xfrm>
            <a:off x="1321690" y="4790284"/>
            <a:ext cx="193499" cy="374541"/>
          </a:xfrm>
          <a:custGeom>
            <a:avLst/>
            <a:gdLst/>
            <a:ahLst/>
            <a:cxnLst/>
            <a:rect l="0" t="0" r="0" b="0"/>
            <a:pathLst>
              <a:path w="193499" h="374541">
                <a:moveTo>
                  <a:pt x="172038" y="1134"/>
                </a:moveTo>
                <a:lnTo>
                  <a:pt x="193498" y="12376"/>
                </a:lnTo>
                <a:lnTo>
                  <a:pt x="185719" y="25990"/>
                </a:lnTo>
                <a:lnTo>
                  <a:pt x="187149" y="47029"/>
                </a:lnTo>
                <a:lnTo>
                  <a:pt x="175436" y="52599"/>
                </a:lnTo>
                <a:lnTo>
                  <a:pt x="185987" y="58890"/>
                </a:lnTo>
                <a:lnTo>
                  <a:pt x="176687" y="89213"/>
                </a:lnTo>
                <a:lnTo>
                  <a:pt x="182231" y="109841"/>
                </a:lnTo>
                <a:lnTo>
                  <a:pt x="168551" y="128098"/>
                </a:lnTo>
                <a:lnTo>
                  <a:pt x="183215" y="138516"/>
                </a:lnTo>
                <a:lnTo>
                  <a:pt x="186255" y="148108"/>
                </a:lnTo>
                <a:lnTo>
                  <a:pt x="181516" y="169047"/>
                </a:lnTo>
                <a:lnTo>
                  <a:pt x="163543" y="187511"/>
                </a:lnTo>
                <a:lnTo>
                  <a:pt x="172395" y="209070"/>
                </a:lnTo>
                <a:lnTo>
                  <a:pt x="160592" y="236405"/>
                </a:lnTo>
                <a:lnTo>
                  <a:pt x="170965" y="249919"/>
                </a:lnTo>
                <a:lnTo>
                  <a:pt x="162202" y="265393"/>
                </a:lnTo>
                <a:lnTo>
                  <a:pt x="164437" y="297785"/>
                </a:lnTo>
                <a:lnTo>
                  <a:pt x="127866" y="337296"/>
                </a:lnTo>
                <a:lnTo>
                  <a:pt x="139758" y="373921"/>
                </a:lnTo>
                <a:lnTo>
                  <a:pt x="133410" y="374540"/>
                </a:lnTo>
                <a:lnTo>
                  <a:pt x="128402" y="348541"/>
                </a:lnTo>
                <a:lnTo>
                  <a:pt x="121786" y="342764"/>
                </a:lnTo>
                <a:lnTo>
                  <a:pt x="157463" y="301189"/>
                </a:lnTo>
                <a:lnTo>
                  <a:pt x="160950" y="289223"/>
                </a:lnTo>
                <a:lnTo>
                  <a:pt x="159698" y="262814"/>
                </a:lnTo>
                <a:lnTo>
                  <a:pt x="167388" y="252498"/>
                </a:lnTo>
                <a:lnTo>
                  <a:pt x="155585" y="231866"/>
                </a:lnTo>
                <a:lnTo>
                  <a:pt x="168908" y="205666"/>
                </a:lnTo>
                <a:lnTo>
                  <a:pt x="160950" y="184416"/>
                </a:lnTo>
                <a:lnTo>
                  <a:pt x="173290" y="168119"/>
                </a:lnTo>
                <a:lnTo>
                  <a:pt x="179728" y="167809"/>
                </a:lnTo>
                <a:lnTo>
                  <a:pt x="182589" y="156979"/>
                </a:lnTo>
                <a:lnTo>
                  <a:pt x="181337" y="139238"/>
                </a:lnTo>
                <a:lnTo>
                  <a:pt x="164527" y="127685"/>
                </a:lnTo>
                <a:lnTo>
                  <a:pt x="179996" y="108501"/>
                </a:lnTo>
                <a:lnTo>
                  <a:pt x="175257" y="89007"/>
                </a:lnTo>
                <a:lnTo>
                  <a:pt x="185003" y="60231"/>
                </a:lnTo>
                <a:lnTo>
                  <a:pt x="174094" y="57756"/>
                </a:lnTo>
                <a:lnTo>
                  <a:pt x="174631" y="48886"/>
                </a:lnTo>
                <a:lnTo>
                  <a:pt x="185450" y="46307"/>
                </a:lnTo>
                <a:lnTo>
                  <a:pt x="184109" y="25886"/>
                </a:lnTo>
                <a:lnTo>
                  <a:pt x="192246" y="12892"/>
                </a:lnTo>
                <a:lnTo>
                  <a:pt x="169802" y="3404"/>
                </a:lnTo>
                <a:lnTo>
                  <a:pt x="151919" y="9798"/>
                </a:lnTo>
                <a:lnTo>
                  <a:pt x="136808" y="4744"/>
                </a:lnTo>
                <a:lnTo>
                  <a:pt x="138685" y="8663"/>
                </a:lnTo>
                <a:lnTo>
                  <a:pt x="117404" y="18977"/>
                </a:lnTo>
                <a:lnTo>
                  <a:pt x="94603" y="48680"/>
                </a:lnTo>
                <a:lnTo>
                  <a:pt x="58121" y="37644"/>
                </a:lnTo>
                <a:lnTo>
                  <a:pt x="28256" y="42594"/>
                </a:lnTo>
                <a:lnTo>
                  <a:pt x="0" y="28774"/>
                </a:lnTo>
                <a:lnTo>
                  <a:pt x="30938" y="40635"/>
                </a:lnTo>
                <a:lnTo>
                  <a:pt x="58568" y="34344"/>
                </a:lnTo>
                <a:lnTo>
                  <a:pt x="93798" y="46720"/>
                </a:lnTo>
                <a:lnTo>
                  <a:pt x="133052" y="0"/>
                </a:lnTo>
                <a:lnTo>
                  <a:pt x="153707" y="7116"/>
                </a:lnTo>
                <a:lnTo>
                  <a:pt x="172038" y="1134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3F17FB29-4C73-3F3D-FC4E-A2CCD71114E0}"/>
              </a:ext>
            </a:extLst>
          </p:cNvPr>
          <p:cNvSpPr/>
          <p:nvPr/>
        </p:nvSpPr>
        <p:spPr>
          <a:xfrm>
            <a:off x="1180949" y="5226109"/>
            <a:ext cx="84857" cy="52002"/>
          </a:xfrm>
          <a:custGeom>
            <a:avLst/>
            <a:gdLst/>
            <a:ahLst/>
            <a:cxnLst/>
            <a:rect l="0" t="0" r="0" b="0"/>
            <a:pathLst>
              <a:path w="84857" h="52002">
                <a:moveTo>
                  <a:pt x="84856" y="0"/>
                </a:moveTo>
                <a:lnTo>
                  <a:pt x="77434" y="7428"/>
                </a:lnTo>
                <a:lnTo>
                  <a:pt x="27093" y="20016"/>
                </a:lnTo>
                <a:lnTo>
                  <a:pt x="20387" y="25175"/>
                </a:lnTo>
                <a:lnTo>
                  <a:pt x="17436" y="43747"/>
                </a:lnTo>
                <a:lnTo>
                  <a:pt x="0" y="52001"/>
                </a:lnTo>
                <a:lnTo>
                  <a:pt x="16542" y="43024"/>
                </a:lnTo>
                <a:lnTo>
                  <a:pt x="19314" y="24349"/>
                </a:lnTo>
                <a:lnTo>
                  <a:pt x="31027" y="16095"/>
                </a:lnTo>
                <a:lnTo>
                  <a:pt x="84856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94F6C973-B048-CD7B-F178-F5A10BBAD163}"/>
              </a:ext>
            </a:extLst>
          </p:cNvPr>
          <p:cNvSpPr/>
          <p:nvPr/>
        </p:nvSpPr>
        <p:spPr>
          <a:xfrm>
            <a:off x="508000" y="4344851"/>
            <a:ext cx="10373" cy="128765"/>
          </a:xfrm>
          <a:custGeom>
            <a:avLst/>
            <a:gdLst/>
            <a:ahLst/>
            <a:cxnLst/>
            <a:rect l="0" t="0" r="0" b="0"/>
            <a:pathLst>
              <a:path w="10373" h="128765">
                <a:moveTo>
                  <a:pt x="0" y="71029"/>
                </a:moveTo>
                <a:lnTo>
                  <a:pt x="5991" y="10103"/>
                </a:lnTo>
                <a:lnTo>
                  <a:pt x="10372" y="0"/>
                </a:lnTo>
                <a:lnTo>
                  <a:pt x="4739" y="12886"/>
                </a:lnTo>
                <a:lnTo>
                  <a:pt x="0" y="72163"/>
                </a:lnTo>
                <a:lnTo>
                  <a:pt x="0" y="101340"/>
                </a:lnTo>
                <a:lnTo>
                  <a:pt x="0" y="120825"/>
                </a:lnTo>
                <a:lnTo>
                  <a:pt x="0" y="120619"/>
                </a:lnTo>
                <a:lnTo>
                  <a:pt x="0" y="124949"/>
                </a:lnTo>
                <a:lnTo>
                  <a:pt x="0" y="128764"/>
                </a:lnTo>
                <a:lnTo>
                  <a:pt x="0" y="118557"/>
                </a:lnTo>
                <a:lnTo>
                  <a:pt x="0" y="120825"/>
                </a:lnTo>
                <a:lnTo>
                  <a:pt x="0" y="104639"/>
                </a:lnTo>
                <a:lnTo>
                  <a:pt x="0" y="84020"/>
                </a:lnTo>
                <a:lnTo>
                  <a:pt x="0" y="72163"/>
                </a:lnTo>
                <a:lnTo>
                  <a:pt x="0" y="48968"/>
                </a:lnTo>
                <a:lnTo>
                  <a:pt x="0" y="75256"/>
                </a:lnTo>
                <a:lnTo>
                  <a:pt x="0" y="77628"/>
                </a:lnTo>
                <a:lnTo>
                  <a:pt x="0" y="71029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996342CE-7C88-575E-6B3C-E0FBF89F1F5E}"/>
              </a:ext>
            </a:extLst>
          </p:cNvPr>
          <p:cNvSpPr/>
          <p:nvPr/>
        </p:nvSpPr>
        <p:spPr>
          <a:xfrm>
            <a:off x="508000" y="4521042"/>
            <a:ext cx="2130618" cy="1222520"/>
          </a:xfrm>
          <a:custGeom>
            <a:avLst/>
            <a:gdLst/>
            <a:ahLst/>
            <a:cxnLst/>
            <a:rect l="0" t="0" r="0" b="0"/>
            <a:pathLst>
              <a:path w="2130618" h="1222520">
                <a:moveTo>
                  <a:pt x="136271" y="0"/>
                </a:moveTo>
                <a:lnTo>
                  <a:pt x="298830" y="48460"/>
                </a:lnTo>
                <a:lnTo>
                  <a:pt x="495010" y="108472"/>
                </a:lnTo>
                <a:lnTo>
                  <a:pt x="639149" y="76816"/>
                </a:lnTo>
                <a:lnTo>
                  <a:pt x="532833" y="209840"/>
                </a:lnTo>
                <a:lnTo>
                  <a:pt x="665259" y="171375"/>
                </a:lnTo>
                <a:lnTo>
                  <a:pt x="473818" y="260167"/>
                </a:lnTo>
                <a:lnTo>
                  <a:pt x="674022" y="497807"/>
                </a:lnTo>
                <a:lnTo>
                  <a:pt x="827103" y="485842"/>
                </a:lnTo>
                <a:lnTo>
                  <a:pt x="864837" y="682678"/>
                </a:lnTo>
                <a:lnTo>
                  <a:pt x="907310" y="821765"/>
                </a:lnTo>
                <a:lnTo>
                  <a:pt x="1137289" y="719821"/>
                </a:lnTo>
                <a:lnTo>
                  <a:pt x="1397759" y="812065"/>
                </a:lnTo>
                <a:lnTo>
                  <a:pt x="1542882" y="818979"/>
                </a:lnTo>
                <a:lnTo>
                  <a:pt x="1678527" y="814851"/>
                </a:lnTo>
                <a:lnTo>
                  <a:pt x="1741566" y="887394"/>
                </a:lnTo>
                <a:lnTo>
                  <a:pt x="1966985" y="964792"/>
                </a:lnTo>
                <a:lnTo>
                  <a:pt x="2002662" y="943430"/>
                </a:lnTo>
                <a:lnTo>
                  <a:pt x="2061945" y="1020832"/>
                </a:lnTo>
                <a:lnTo>
                  <a:pt x="2130617" y="962935"/>
                </a:lnTo>
                <a:lnTo>
                  <a:pt x="1997476" y="1022690"/>
                </a:lnTo>
                <a:lnTo>
                  <a:pt x="2023228" y="1050763"/>
                </a:lnTo>
                <a:lnTo>
                  <a:pt x="1835364" y="1222519"/>
                </a:lnTo>
                <a:lnTo>
                  <a:pt x="1939266" y="1091119"/>
                </a:lnTo>
                <a:lnTo>
                  <a:pt x="1842517" y="989870"/>
                </a:lnTo>
                <a:lnTo>
                  <a:pt x="1827137" y="992760"/>
                </a:lnTo>
                <a:lnTo>
                  <a:pt x="1678169" y="961077"/>
                </a:lnTo>
                <a:lnTo>
                  <a:pt x="1579990" y="809795"/>
                </a:lnTo>
                <a:lnTo>
                  <a:pt x="1329355" y="822590"/>
                </a:lnTo>
                <a:lnTo>
                  <a:pt x="1044385" y="886672"/>
                </a:lnTo>
                <a:lnTo>
                  <a:pt x="916430" y="962316"/>
                </a:lnTo>
                <a:lnTo>
                  <a:pt x="948173" y="975835"/>
                </a:lnTo>
                <a:lnTo>
                  <a:pt x="871901" y="778324"/>
                </a:lnTo>
                <a:lnTo>
                  <a:pt x="874494" y="696915"/>
                </a:lnTo>
                <a:lnTo>
                  <a:pt x="752977" y="618712"/>
                </a:lnTo>
                <a:lnTo>
                  <a:pt x="644514" y="476867"/>
                </a:lnTo>
                <a:lnTo>
                  <a:pt x="457813" y="309567"/>
                </a:lnTo>
                <a:lnTo>
                  <a:pt x="354358" y="82281"/>
                </a:lnTo>
                <a:lnTo>
                  <a:pt x="168640" y="115278"/>
                </a:lnTo>
                <a:lnTo>
                  <a:pt x="0" y="119918"/>
                </a:lnTo>
                <a:lnTo>
                  <a:pt x="0" y="100223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31D7D9E6-4149-0AB6-8DBC-286E71881097}"/>
              </a:ext>
            </a:extLst>
          </p:cNvPr>
          <p:cNvSpPr/>
          <p:nvPr/>
        </p:nvSpPr>
        <p:spPr>
          <a:xfrm>
            <a:off x="3352787" y="1117600"/>
            <a:ext cx="731875" cy="862772"/>
          </a:xfrm>
          <a:custGeom>
            <a:avLst/>
            <a:gdLst/>
            <a:ahLst/>
            <a:cxnLst/>
            <a:rect l="0" t="0" r="0" b="0"/>
            <a:pathLst>
              <a:path w="731875" h="862772">
                <a:moveTo>
                  <a:pt x="587019" y="0"/>
                </a:moveTo>
                <a:lnTo>
                  <a:pt x="595872" y="0"/>
                </a:lnTo>
                <a:lnTo>
                  <a:pt x="731874" y="0"/>
                </a:lnTo>
                <a:lnTo>
                  <a:pt x="731874" y="0"/>
                </a:lnTo>
                <a:lnTo>
                  <a:pt x="654529" y="125177"/>
                </a:lnTo>
                <a:lnTo>
                  <a:pt x="703797" y="220868"/>
                </a:lnTo>
                <a:lnTo>
                  <a:pt x="731874" y="33400"/>
                </a:lnTo>
                <a:lnTo>
                  <a:pt x="731874" y="301662"/>
                </a:lnTo>
                <a:lnTo>
                  <a:pt x="731874" y="320988"/>
                </a:lnTo>
                <a:lnTo>
                  <a:pt x="731874" y="269488"/>
                </a:lnTo>
                <a:lnTo>
                  <a:pt x="731874" y="430885"/>
                </a:lnTo>
                <a:lnTo>
                  <a:pt x="731874" y="362314"/>
                </a:lnTo>
                <a:lnTo>
                  <a:pt x="731874" y="535961"/>
                </a:lnTo>
                <a:lnTo>
                  <a:pt x="731874" y="340623"/>
                </a:lnTo>
                <a:lnTo>
                  <a:pt x="614560" y="434997"/>
                </a:lnTo>
                <a:lnTo>
                  <a:pt x="657927" y="499255"/>
                </a:lnTo>
                <a:lnTo>
                  <a:pt x="584247" y="606085"/>
                </a:lnTo>
                <a:lnTo>
                  <a:pt x="403805" y="741928"/>
                </a:lnTo>
                <a:lnTo>
                  <a:pt x="217908" y="862771"/>
                </a:lnTo>
                <a:lnTo>
                  <a:pt x="379215" y="734112"/>
                </a:lnTo>
                <a:lnTo>
                  <a:pt x="583174" y="589428"/>
                </a:lnTo>
                <a:lnTo>
                  <a:pt x="476947" y="521155"/>
                </a:lnTo>
                <a:lnTo>
                  <a:pt x="436174" y="471187"/>
                </a:lnTo>
                <a:lnTo>
                  <a:pt x="336832" y="432324"/>
                </a:lnTo>
                <a:lnTo>
                  <a:pt x="270843" y="640430"/>
                </a:lnTo>
                <a:lnTo>
                  <a:pt x="321631" y="462859"/>
                </a:lnTo>
                <a:lnTo>
                  <a:pt x="177581" y="428417"/>
                </a:lnTo>
                <a:lnTo>
                  <a:pt x="0" y="401893"/>
                </a:lnTo>
                <a:lnTo>
                  <a:pt x="155585" y="393874"/>
                </a:lnTo>
                <a:lnTo>
                  <a:pt x="92009" y="302587"/>
                </a:lnTo>
                <a:lnTo>
                  <a:pt x="371883" y="398809"/>
                </a:lnTo>
                <a:lnTo>
                  <a:pt x="636645" y="327053"/>
                </a:lnTo>
                <a:lnTo>
                  <a:pt x="449855" y="324689"/>
                </a:lnTo>
                <a:lnTo>
                  <a:pt x="561446" y="153236"/>
                </a:lnTo>
                <a:lnTo>
                  <a:pt x="486068" y="133810"/>
                </a:lnTo>
                <a:lnTo>
                  <a:pt x="269859" y="227755"/>
                </a:lnTo>
                <a:lnTo>
                  <a:pt x="266819" y="220971"/>
                </a:lnTo>
                <a:lnTo>
                  <a:pt x="320558" y="71733"/>
                </a:lnTo>
                <a:lnTo>
                  <a:pt x="617153" y="125896"/>
                </a:lnTo>
                <a:lnTo>
                  <a:pt x="675899" y="4522"/>
                </a:lnTo>
                <a:lnTo>
                  <a:pt x="528094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8BCD58D7-D1C8-96AE-929A-57B3B2511BFC}"/>
              </a:ext>
            </a:extLst>
          </p:cNvPr>
          <p:cNvSpPr/>
          <p:nvPr/>
        </p:nvSpPr>
        <p:spPr>
          <a:xfrm>
            <a:off x="508000" y="3859734"/>
            <a:ext cx="18510" cy="556560"/>
          </a:xfrm>
          <a:custGeom>
            <a:avLst/>
            <a:gdLst/>
            <a:ahLst/>
            <a:cxnLst/>
            <a:rect l="0" t="0" r="0" b="0"/>
            <a:pathLst>
              <a:path w="18510" h="556560">
                <a:moveTo>
                  <a:pt x="0" y="374408"/>
                </a:moveTo>
                <a:lnTo>
                  <a:pt x="0" y="444296"/>
                </a:lnTo>
                <a:lnTo>
                  <a:pt x="0" y="507900"/>
                </a:lnTo>
                <a:lnTo>
                  <a:pt x="0" y="556559"/>
                </a:lnTo>
                <a:lnTo>
                  <a:pt x="0" y="495220"/>
                </a:lnTo>
                <a:lnTo>
                  <a:pt x="0" y="433781"/>
                </a:lnTo>
                <a:lnTo>
                  <a:pt x="0" y="373995"/>
                </a:lnTo>
                <a:lnTo>
                  <a:pt x="0" y="334002"/>
                </a:lnTo>
                <a:lnTo>
                  <a:pt x="0" y="309059"/>
                </a:lnTo>
                <a:lnTo>
                  <a:pt x="0" y="332869"/>
                </a:lnTo>
                <a:lnTo>
                  <a:pt x="0" y="291125"/>
                </a:lnTo>
                <a:lnTo>
                  <a:pt x="0" y="227947"/>
                </a:lnTo>
                <a:lnTo>
                  <a:pt x="0" y="190639"/>
                </a:lnTo>
                <a:lnTo>
                  <a:pt x="0" y="185486"/>
                </a:lnTo>
                <a:lnTo>
                  <a:pt x="0" y="150448"/>
                </a:lnTo>
                <a:lnTo>
                  <a:pt x="0" y="110876"/>
                </a:lnTo>
                <a:lnTo>
                  <a:pt x="0" y="26069"/>
                </a:lnTo>
                <a:lnTo>
                  <a:pt x="0" y="67183"/>
                </a:lnTo>
                <a:lnTo>
                  <a:pt x="0" y="158589"/>
                </a:lnTo>
                <a:lnTo>
                  <a:pt x="0" y="248765"/>
                </a:lnTo>
                <a:lnTo>
                  <a:pt x="0" y="263710"/>
                </a:lnTo>
                <a:lnTo>
                  <a:pt x="0" y="206613"/>
                </a:lnTo>
                <a:lnTo>
                  <a:pt x="0" y="180746"/>
                </a:lnTo>
                <a:lnTo>
                  <a:pt x="0" y="116234"/>
                </a:lnTo>
                <a:lnTo>
                  <a:pt x="0" y="52242"/>
                </a:lnTo>
                <a:lnTo>
                  <a:pt x="0" y="0"/>
                </a:lnTo>
                <a:lnTo>
                  <a:pt x="0" y="17826"/>
                </a:lnTo>
                <a:lnTo>
                  <a:pt x="0" y="52345"/>
                </a:lnTo>
                <a:lnTo>
                  <a:pt x="0" y="63577"/>
                </a:lnTo>
                <a:lnTo>
                  <a:pt x="0" y="125406"/>
                </a:lnTo>
                <a:lnTo>
                  <a:pt x="13055" y="190330"/>
                </a:lnTo>
                <a:lnTo>
                  <a:pt x="0" y="225473"/>
                </a:lnTo>
                <a:lnTo>
                  <a:pt x="0" y="281952"/>
                </a:lnTo>
                <a:lnTo>
                  <a:pt x="0" y="326478"/>
                </a:lnTo>
                <a:lnTo>
                  <a:pt x="0" y="376263"/>
                </a:lnTo>
                <a:lnTo>
                  <a:pt x="0" y="434915"/>
                </a:lnTo>
                <a:lnTo>
                  <a:pt x="0" y="449449"/>
                </a:lnTo>
                <a:lnTo>
                  <a:pt x="0" y="386261"/>
                </a:lnTo>
                <a:lnTo>
                  <a:pt x="17079" y="345547"/>
                </a:lnTo>
                <a:lnTo>
                  <a:pt x="4739" y="312770"/>
                </a:lnTo>
                <a:lnTo>
                  <a:pt x="18509" y="347608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F46E4F70-D320-4D60-BF63-8491F534AD19}"/>
              </a:ext>
            </a:extLst>
          </p:cNvPr>
          <p:cNvSpPr/>
          <p:nvPr/>
        </p:nvSpPr>
        <p:spPr>
          <a:xfrm>
            <a:off x="2386284" y="4320832"/>
            <a:ext cx="58389" cy="151856"/>
          </a:xfrm>
          <a:custGeom>
            <a:avLst/>
            <a:gdLst/>
            <a:ahLst/>
            <a:cxnLst/>
            <a:rect l="0" t="0" r="0" b="0"/>
            <a:pathLst>
              <a:path w="58389" h="151856">
                <a:moveTo>
                  <a:pt x="46049" y="6391"/>
                </a:moveTo>
                <a:lnTo>
                  <a:pt x="58388" y="0"/>
                </a:lnTo>
                <a:lnTo>
                  <a:pt x="47837" y="17628"/>
                </a:lnTo>
                <a:lnTo>
                  <a:pt x="47659" y="50100"/>
                </a:lnTo>
                <a:lnTo>
                  <a:pt x="33620" y="76492"/>
                </a:lnTo>
                <a:lnTo>
                  <a:pt x="15737" y="92780"/>
                </a:lnTo>
                <a:lnTo>
                  <a:pt x="19850" y="105564"/>
                </a:lnTo>
                <a:lnTo>
                  <a:pt x="37465" y="115049"/>
                </a:lnTo>
                <a:lnTo>
                  <a:pt x="38359" y="123297"/>
                </a:lnTo>
                <a:lnTo>
                  <a:pt x="27361" y="134328"/>
                </a:lnTo>
                <a:lnTo>
                  <a:pt x="5454" y="136287"/>
                </a:lnTo>
                <a:lnTo>
                  <a:pt x="5275" y="151237"/>
                </a:lnTo>
                <a:lnTo>
                  <a:pt x="0" y="151855"/>
                </a:lnTo>
                <a:lnTo>
                  <a:pt x="1967" y="133091"/>
                </a:lnTo>
                <a:lnTo>
                  <a:pt x="23784" y="129689"/>
                </a:lnTo>
                <a:lnTo>
                  <a:pt x="30669" y="120822"/>
                </a:lnTo>
                <a:lnTo>
                  <a:pt x="28971" y="112266"/>
                </a:lnTo>
                <a:lnTo>
                  <a:pt x="11803" y="102059"/>
                </a:lnTo>
                <a:lnTo>
                  <a:pt x="10551" y="91440"/>
                </a:lnTo>
                <a:lnTo>
                  <a:pt x="17168" y="78451"/>
                </a:lnTo>
                <a:lnTo>
                  <a:pt x="24053" y="81647"/>
                </a:lnTo>
                <a:lnTo>
                  <a:pt x="29507" y="76492"/>
                </a:lnTo>
                <a:lnTo>
                  <a:pt x="46317" y="51441"/>
                </a:lnTo>
                <a:lnTo>
                  <a:pt x="46049" y="6391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B57384E2-CC6A-E03C-0C37-DF81F53E6EC0}"/>
              </a:ext>
            </a:extLst>
          </p:cNvPr>
          <p:cNvSpPr/>
          <p:nvPr/>
        </p:nvSpPr>
        <p:spPr>
          <a:xfrm>
            <a:off x="2313677" y="4261354"/>
            <a:ext cx="118657" cy="65870"/>
          </a:xfrm>
          <a:custGeom>
            <a:avLst/>
            <a:gdLst/>
            <a:ahLst/>
            <a:cxnLst/>
            <a:rect l="0" t="0" r="0" b="0"/>
            <a:pathLst>
              <a:path w="118657" h="65870">
                <a:moveTo>
                  <a:pt x="57495" y="0"/>
                </a:moveTo>
                <a:lnTo>
                  <a:pt x="56512" y="20513"/>
                </a:lnTo>
                <a:lnTo>
                  <a:pt x="70192" y="44634"/>
                </a:lnTo>
                <a:lnTo>
                  <a:pt x="76988" y="43088"/>
                </a:lnTo>
                <a:lnTo>
                  <a:pt x="94156" y="15771"/>
                </a:lnTo>
                <a:lnTo>
                  <a:pt x="104439" y="24739"/>
                </a:lnTo>
                <a:lnTo>
                  <a:pt x="107211" y="55355"/>
                </a:lnTo>
                <a:lnTo>
                  <a:pt x="118656" y="65869"/>
                </a:lnTo>
                <a:lnTo>
                  <a:pt x="104975" y="58035"/>
                </a:lnTo>
                <a:lnTo>
                  <a:pt x="105869" y="49067"/>
                </a:lnTo>
                <a:lnTo>
                  <a:pt x="91295" y="48654"/>
                </a:lnTo>
                <a:lnTo>
                  <a:pt x="91026" y="39171"/>
                </a:lnTo>
                <a:lnTo>
                  <a:pt x="79671" y="47623"/>
                </a:lnTo>
                <a:lnTo>
                  <a:pt x="65811" y="47726"/>
                </a:lnTo>
                <a:lnTo>
                  <a:pt x="53203" y="16183"/>
                </a:lnTo>
                <a:lnTo>
                  <a:pt x="53829" y="103"/>
                </a:lnTo>
                <a:lnTo>
                  <a:pt x="14396" y="2371"/>
                </a:lnTo>
                <a:lnTo>
                  <a:pt x="0" y="9483"/>
                </a:lnTo>
                <a:lnTo>
                  <a:pt x="17526" y="206"/>
                </a:lnTo>
                <a:lnTo>
                  <a:pt x="57495" y="0"/>
                </a:lnTo>
                <a:close/>
              </a:path>
            </a:pathLst>
          </a:custGeom>
          <a:solidFill>
            <a:srgbClr val="D0312D">
              <a:alpha val="45000"/>
            </a:srgbClr>
          </a:solidFill>
          <a:ln w="6350">
            <a:solidFill>
              <a:srgbClr val="D03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6D887873-1841-5993-9CF1-7110AE043ACE}"/>
              </a:ext>
            </a:extLst>
          </p:cNvPr>
          <p:cNvSpPr/>
          <p:nvPr/>
        </p:nvSpPr>
        <p:spPr>
          <a:xfrm>
            <a:off x="1881514" y="5695289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BB9C278-FE64-E753-4C11-D0A4808ED6DF}"/>
              </a:ext>
            </a:extLst>
          </p:cNvPr>
          <p:cNvSpPr/>
          <p:nvPr/>
        </p:nvSpPr>
        <p:spPr>
          <a:xfrm>
            <a:off x="2067214" y="5612739"/>
            <a:ext cx="279400" cy="279400"/>
          </a:xfrm>
          <a:prstGeom prst="ellipse">
            <a:avLst/>
          </a:prstGeom>
          <a:noFill/>
          <a:ln w="16510" cap="flat" cmpd="sng" algn="ctr">
            <a:solidFill>
              <a:srgbClr val="D0312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7E15FC85-2815-A633-AD86-99CC42DF0496}"/>
              </a:ext>
            </a:extLst>
          </p:cNvPr>
          <p:cNvSpPr/>
          <p:nvPr/>
        </p:nvSpPr>
        <p:spPr>
          <a:xfrm>
            <a:off x="2137064" y="5682589"/>
            <a:ext cx="139700" cy="1397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4595FF25-7697-9F08-784A-D37A552DC947}"/>
              </a:ext>
            </a:extLst>
          </p:cNvPr>
          <p:cNvSpPr/>
          <p:nvPr/>
        </p:nvSpPr>
        <p:spPr>
          <a:xfrm>
            <a:off x="1702681" y="363279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4EA03A44-D363-654F-ECEF-13BDF6DF3764}"/>
              </a:ext>
            </a:extLst>
          </p:cNvPr>
          <p:cNvSpPr/>
          <p:nvPr/>
        </p:nvSpPr>
        <p:spPr>
          <a:xfrm>
            <a:off x="2686263" y="244872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5A7EFA2-D1FB-3132-CFF4-06AE2F7D09AF}"/>
              </a:ext>
            </a:extLst>
          </p:cNvPr>
          <p:cNvSpPr/>
          <p:nvPr/>
        </p:nvSpPr>
        <p:spPr>
          <a:xfrm>
            <a:off x="2246047" y="2932295"/>
            <a:ext cx="279400" cy="279400"/>
          </a:xfrm>
          <a:prstGeom prst="ellipse">
            <a:avLst/>
          </a:prstGeom>
          <a:noFill/>
          <a:ln w="16510" cap="flat" cmpd="sng" algn="ctr">
            <a:solidFill>
              <a:srgbClr val="D0312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65BA9880-90D8-F1A6-89CA-28C9F0C38711}"/>
              </a:ext>
            </a:extLst>
          </p:cNvPr>
          <p:cNvSpPr/>
          <p:nvPr/>
        </p:nvSpPr>
        <p:spPr>
          <a:xfrm>
            <a:off x="2315897" y="3002145"/>
            <a:ext cx="139700" cy="1397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1D722CEA-650D-085A-DB5E-27F1DB57EFA0}"/>
              </a:ext>
            </a:extLst>
          </p:cNvPr>
          <p:cNvSpPr/>
          <p:nvPr/>
        </p:nvSpPr>
        <p:spPr>
          <a:xfrm>
            <a:off x="3759262" y="1368794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E0B6DC62-F162-96ED-54D5-7520CF95C5A7}"/>
              </a:ext>
            </a:extLst>
          </p:cNvPr>
          <p:cNvSpPr/>
          <p:nvPr/>
        </p:nvSpPr>
        <p:spPr>
          <a:xfrm>
            <a:off x="2418014" y="280894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65005EA6-DE3D-CB54-FC4B-47A30D135C9F}"/>
              </a:ext>
            </a:extLst>
          </p:cNvPr>
          <p:cNvSpPr/>
          <p:nvPr/>
        </p:nvSpPr>
        <p:spPr>
          <a:xfrm>
            <a:off x="2290755" y="5251503"/>
            <a:ext cx="279400" cy="279400"/>
          </a:xfrm>
          <a:prstGeom prst="ellipse">
            <a:avLst/>
          </a:prstGeom>
          <a:noFill/>
          <a:ln w="16510" cap="flat" cmpd="sng" algn="ctr">
            <a:solidFill>
              <a:srgbClr val="D0312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900F4322-F216-7A5E-C3C1-FE08B4C0B402}"/>
              </a:ext>
            </a:extLst>
          </p:cNvPr>
          <p:cNvSpPr/>
          <p:nvPr/>
        </p:nvSpPr>
        <p:spPr>
          <a:xfrm>
            <a:off x="2360605" y="5321353"/>
            <a:ext cx="139700" cy="139700"/>
          </a:xfrm>
          <a:prstGeom prst="ellipse">
            <a:avLst/>
          </a:prstGeom>
          <a:solidFill>
            <a:srgbClr val="D0312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8C1884E-4AC1-1AFC-89BB-E9A5790A9D1F}"/>
              </a:ext>
            </a:extLst>
          </p:cNvPr>
          <p:cNvSpPr/>
          <p:nvPr/>
        </p:nvSpPr>
        <p:spPr>
          <a:xfrm>
            <a:off x="2328597" y="5282458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DF5A4ED-413D-1BFE-50B1-65AC203701A5}"/>
              </a:ext>
            </a:extLst>
          </p:cNvPr>
          <p:cNvSpPr/>
          <p:nvPr/>
        </p:nvSpPr>
        <p:spPr>
          <a:xfrm>
            <a:off x="2596847" y="4044959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2B152C4A-5F18-184B-08F0-B02E4C6E79DF}"/>
              </a:ext>
            </a:extLst>
          </p:cNvPr>
          <p:cNvSpPr/>
          <p:nvPr/>
        </p:nvSpPr>
        <p:spPr>
          <a:xfrm>
            <a:off x="2239181" y="2603087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6B80CB6E-B0E1-8C1E-161A-B16F8F07F293}"/>
              </a:ext>
            </a:extLst>
          </p:cNvPr>
          <p:cNvSpPr/>
          <p:nvPr/>
        </p:nvSpPr>
        <p:spPr>
          <a:xfrm>
            <a:off x="2596847" y="425110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1B7586AC-AB73-27DA-A7B6-7D013A87AEF4}"/>
              </a:ext>
            </a:extLst>
          </p:cNvPr>
          <p:cNvSpPr/>
          <p:nvPr/>
        </p:nvSpPr>
        <p:spPr>
          <a:xfrm>
            <a:off x="2507430" y="3529774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712A8DDD-DB99-8863-6316-FF689273A5F1}"/>
              </a:ext>
            </a:extLst>
          </p:cNvPr>
          <p:cNvSpPr/>
          <p:nvPr/>
        </p:nvSpPr>
        <p:spPr>
          <a:xfrm>
            <a:off x="2507430" y="311781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FB47ACA-03D4-B191-C8BE-CB8C317CA041}"/>
              </a:ext>
            </a:extLst>
          </p:cNvPr>
          <p:cNvSpPr/>
          <p:nvPr/>
        </p:nvSpPr>
        <p:spPr>
          <a:xfrm>
            <a:off x="3848678" y="1471596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0F97E06-42B9-357A-A31D-9ADCFEF29F97}"/>
              </a:ext>
            </a:extLst>
          </p:cNvPr>
          <p:cNvSpPr/>
          <p:nvPr/>
        </p:nvSpPr>
        <p:spPr>
          <a:xfrm>
            <a:off x="2954513" y="4405743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45FA1E2C-533F-89D0-EB49-421F88779E67}"/>
              </a:ext>
            </a:extLst>
          </p:cNvPr>
          <p:cNvSpPr/>
          <p:nvPr/>
        </p:nvSpPr>
        <p:spPr>
          <a:xfrm>
            <a:off x="2686263" y="4148027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A0E1C13D-0D69-1ED1-2D63-6150C3426E7C}"/>
              </a:ext>
            </a:extLst>
          </p:cNvPr>
          <p:cNvSpPr/>
          <p:nvPr/>
        </p:nvSpPr>
        <p:spPr>
          <a:xfrm>
            <a:off x="1792098" y="4560403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B229AFC8-828E-9D3B-1F6A-B1662F5048AC}"/>
              </a:ext>
            </a:extLst>
          </p:cNvPr>
          <p:cNvSpPr/>
          <p:nvPr/>
        </p:nvSpPr>
        <p:spPr>
          <a:xfrm>
            <a:off x="2328597" y="383885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C7FF904-49E4-92D9-7FC7-3C4AD8B90C77}"/>
              </a:ext>
            </a:extLst>
          </p:cNvPr>
          <p:cNvSpPr/>
          <p:nvPr/>
        </p:nvSpPr>
        <p:spPr>
          <a:xfrm>
            <a:off x="987349" y="4148027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1C27AB5E-8D42-4CD7-EB5A-B5D474530CE5}"/>
              </a:ext>
            </a:extLst>
          </p:cNvPr>
          <p:cNvSpPr/>
          <p:nvPr/>
        </p:nvSpPr>
        <p:spPr>
          <a:xfrm>
            <a:off x="2328597" y="3014845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A73D8669-9EF1-23DD-5FF8-859E01932359}"/>
              </a:ext>
            </a:extLst>
          </p:cNvPr>
          <p:cNvSpPr/>
          <p:nvPr/>
        </p:nvSpPr>
        <p:spPr>
          <a:xfrm>
            <a:off x="1613265" y="4148027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E3355164-2073-DD18-5D3E-43174BA3D917}"/>
              </a:ext>
            </a:extLst>
          </p:cNvPr>
          <p:cNvSpPr/>
          <p:nvPr/>
        </p:nvSpPr>
        <p:spPr>
          <a:xfrm>
            <a:off x="1523848" y="3993429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23A394A8-7963-4CDB-9E8C-974CAE1001F0}"/>
              </a:ext>
            </a:extLst>
          </p:cNvPr>
          <p:cNvSpPr/>
          <p:nvPr/>
        </p:nvSpPr>
        <p:spPr>
          <a:xfrm>
            <a:off x="3938095" y="1574407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2C04236C-759F-5078-E8F7-E5C9BB765255}"/>
              </a:ext>
            </a:extLst>
          </p:cNvPr>
          <p:cNvSpPr/>
          <p:nvPr/>
        </p:nvSpPr>
        <p:spPr>
          <a:xfrm>
            <a:off x="2507430" y="5076105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589281FD-BF3F-A262-2320-940DDDD47A00}"/>
              </a:ext>
            </a:extLst>
          </p:cNvPr>
          <p:cNvSpPr/>
          <p:nvPr/>
        </p:nvSpPr>
        <p:spPr>
          <a:xfrm>
            <a:off x="987349" y="6211562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72DDBE3A-3117-C7F8-0DFC-211874A8769B}"/>
              </a:ext>
            </a:extLst>
          </p:cNvPr>
          <p:cNvSpPr/>
          <p:nvPr/>
        </p:nvSpPr>
        <p:spPr>
          <a:xfrm>
            <a:off x="2686263" y="4560403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D3494BAB-A89E-FB9A-9C8C-8CD92588FFC6}"/>
              </a:ext>
            </a:extLst>
          </p:cNvPr>
          <p:cNvSpPr/>
          <p:nvPr/>
        </p:nvSpPr>
        <p:spPr>
          <a:xfrm>
            <a:off x="361433" y="3735817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59ADAAC-B180-3A8F-B1D6-5AE54290FA23}"/>
              </a:ext>
            </a:extLst>
          </p:cNvPr>
          <p:cNvSpPr txBox="1"/>
          <p:nvPr/>
        </p:nvSpPr>
        <p:spPr>
          <a:xfrm>
            <a:off x="2359314" y="5663539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Bahnschrift" panose="020B0502040204020203" pitchFamily="34" charset="0"/>
              </a:rPr>
              <a:t>Isipingo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F70FDED-7CCE-9169-54DE-D1552AB73A9C}"/>
              </a:ext>
            </a:extLst>
          </p:cNvPr>
          <p:cNvSpPr txBox="1"/>
          <p:nvPr/>
        </p:nvSpPr>
        <p:spPr>
          <a:xfrm>
            <a:off x="2538147" y="2983095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Bahnschrift" panose="020B0502040204020203" pitchFamily="34" charset="0"/>
              </a:rPr>
              <a:t>Madamfana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C575454-1EC8-FB36-F747-C882546595CC}"/>
              </a:ext>
            </a:extLst>
          </p:cNvPr>
          <p:cNvSpPr txBox="1"/>
          <p:nvPr/>
        </p:nvSpPr>
        <p:spPr>
          <a:xfrm>
            <a:off x="2582855" y="5302303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0312D"/>
                </a:solidFill>
                <a:latin typeface="Bahnschrift" panose="020B0502040204020203" pitchFamily="34" charset="0"/>
              </a:rPr>
              <a:t>Gwala St, Lamontville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94A48A2-44FA-1F68-45EC-BC0AC29C30A6}"/>
              </a:ext>
            </a:extLst>
          </p:cNvPr>
          <p:cNvSpPr txBox="1"/>
          <p:nvPr/>
        </p:nvSpPr>
        <p:spPr>
          <a:xfrm>
            <a:off x="2503663" y="4417623"/>
            <a:ext cx="1016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8C8C8C"/>
                </a:solidFill>
                <a:latin typeface="Consolas" panose="020B0609020204030204" pitchFamily="49" charset="0"/>
              </a:rPr>
              <a:t>DURBAN CBD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AC6C33D-0565-5DBB-1265-F625C6292DBD}"/>
              </a:ext>
            </a:extLst>
          </p:cNvPr>
          <p:cNvSpPr txBox="1"/>
          <p:nvPr/>
        </p:nvSpPr>
        <p:spPr>
          <a:xfrm>
            <a:off x="1296540" y="5521408"/>
            <a:ext cx="1016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8C8C8C"/>
                </a:solidFill>
                <a:latin typeface="Consolas" panose="020B0609020204030204" pitchFamily="49" charset="0"/>
              </a:rPr>
              <a:t>UMLAZI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1FB368C-693D-FB07-42BC-47F21B3922FA}"/>
              </a:ext>
            </a:extLst>
          </p:cNvPr>
          <p:cNvSpPr txBox="1"/>
          <p:nvPr/>
        </p:nvSpPr>
        <p:spPr>
          <a:xfrm>
            <a:off x="1072998" y="3974379"/>
            <a:ext cx="1016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8C8C8C"/>
                </a:solidFill>
                <a:latin typeface="Consolas" panose="020B0609020204030204" pitchFamily="49" charset="0"/>
              </a:rPr>
              <a:t>PINETOWN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D7AA0F1-EC86-D06B-C674-982A3EA7FE57}"/>
              </a:ext>
            </a:extLst>
          </p:cNvPr>
          <p:cNvSpPr txBox="1"/>
          <p:nvPr/>
        </p:nvSpPr>
        <p:spPr>
          <a:xfrm>
            <a:off x="1877747" y="2686961"/>
            <a:ext cx="1016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8C8C8C"/>
                </a:solidFill>
                <a:latin typeface="Consolas" panose="020B0609020204030204" pitchFamily="49" charset="0"/>
              </a:rPr>
              <a:t>INANDA</a:t>
            </a: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1917628E-4BCC-A086-5222-79EBC9104865}"/>
              </a:ext>
            </a:extLst>
          </p:cNvPr>
          <p:cNvCxnSpPr/>
          <p:nvPr/>
        </p:nvCxnSpPr>
        <p:spPr>
          <a:xfrm>
            <a:off x="635000" y="6400800"/>
            <a:ext cx="927500" cy="0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14EB45FC-CD7D-509C-F464-2441D74FF1EC}"/>
              </a:ext>
            </a:extLst>
          </p:cNvPr>
          <p:cNvSpPr txBox="1"/>
          <p:nvPr/>
        </p:nvSpPr>
        <p:spPr>
          <a:xfrm>
            <a:off x="635000" y="62230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222222"/>
                </a:solidFill>
                <a:latin typeface="Consolas" panose="020B0609020204030204" pitchFamily="49" charset="0"/>
              </a:rPr>
              <a:t>10 km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E343024-9056-CD69-BA2C-E22079A8BFCE}"/>
              </a:ext>
            </a:extLst>
          </p:cNvPr>
          <p:cNvSpPr txBox="1"/>
          <p:nvPr/>
        </p:nvSpPr>
        <p:spPr>
          <a:xfrm>
            <a:off x="4541861" y="1168400"/>
            <a:ext cx="381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LAYERS (toggle)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53A5D7D-77C0-4077-9C98-28B9DE543460}"/>
              </a:ext>
            </a:extLst>
          </p:cNvPr>
          <p:cNvSpPr/>
          <p:nvPr/>
        </p:nvSpPr>
        <p:spPr>
          <a:xfrm>
            <a:off x="4541861" y="1397000"/>
            <a:ext cx="330200" cy="165100"/>
          </a:xfrm>
          <a:prstGeom prst="roundRect">
            <a:avLst/>
          </a:prstGeom>
          <a:solidFill>
            <a:srgbClr val="6FA8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0D9E796F-CCB5-BD9E-6502-201CD12F46AF}"/>
              </a:ext>
            </a:extLst>
          </p:cNvPr>
          <p:cNvSpPr/>
          <p:nvPr/>
        </p:nvSpPr>
        <p:spPr>
          <a:xfrm>
            <a:off x="4719661" y="1416050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7435F21-756C-0742-5943-650266A46526}"/>
              </a:ext>
            </a:extLst>
          </p:cNvPr>
          <p:cNvSpPr txBox="1"/>
          <p:nvPr/>
        </p:nvSpPr>
        <p:spPr>
          <a:xfrm>
            <a:off x="4973661" y="13843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Satellite water, 1984-2021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A823FA4D-80D5-B4A4-90C6-0A97B6C967EC}"/>
              </a:ext>
            </a:extLst>
          </p:cNvPr>
          <p:cNvSpPr/>
          <p:nvPr/>
        </p:nvSpPr>
        <p:spPr>
          <a:xfrm>
            <a:off x="4541861" y="1701800"/>
            <a:ext cx="330200" cy="165100"/>
          </a:xfrm>
          <a:prstGeom prst="round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7ED02012-889C-4ABF-14EA-6E8FADE07726}"/>
              </a:ext>
            </a:extLst>
          </p:cNvPr>
          <p:cNvSpPr/>
          <p:nvPr/>
        </p:nvSpPr>
        <p:spPr>
          <a:xfrm>
            <a:off x="4719661" y="1720850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A80C584-B28A-843A-E596-F5AEB002B9D4}"/>
              </a:ext>
            </a:extLst>
          </p:cNvPr>
          <p:cNvSpPr txBox="1"/>
          <p:nvPr/>
        </p:nvSpPr>
        <p:spPr>
          <a:xfrm>
            <a:off x="4973661" y="16891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1:100 floodline</a:t>
            </a: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858090EC-775C-CDE1-D551-AC6171C151D1}"/>
              </a:ext>
            </a:extLst>
          </p:cNvPr>
          <p:cNvSpPr/>
          <p:nvPr/>
        </p:nvSpPr>
        <p:spPr>
          <a:xfrm>
            <a:off x="4541861" y="2006600"/>
            <a:ext cx="330200" cy="165100"/>
          </a:xfrm>
          <a:prstGeom prst="round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D12146F2-8DD4-56D3-D241-982E0C9A53CA}"/>
              </a:ext>
            </a:extLst>
          </p:cNvPr>
          <p:cNvSpPr/>
          <p:nvPr/>
        </p:nvSpPr>
        <p:spPr>
          <a:xfrm>
            <a:off x="4719661" y="2025650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9C56DE7-A116-7EBE-E538-D570129BF972}"/>
              </a:ext>
            </a:extLst>
          </p:cNvPr>
          <p:cNvSpPr txBox="1"/>
          <p:nvPr/>
        </p:nvSpPr>
        <p:spPr>
          <a:xfrm>
            <a:off x="4973661" y="19939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Relocation sites</a:t>
            </a: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6921D61C-16D6-4558-2520-89CA6BE89DEE}"/>
              </a:ext>
            </a:extLst>
          </p:cNvPr>
          <p:cNvSpPr/>
          <p:nvPr/>
        </p:nvSpPr>
        <p:spPr>
          <a:xfrm>
            <a:off x="4541861" y="2311400"/>
            <a:ext cx="330200" cy="165100"/>
          </a:xfrm>
          <a:prstGeom prst="roundRect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5C5635BC-166E-ADC9-C194-7BD78801DCED}"/>
              </a:ext>
            </a:extLst>
          </p:cNvPr>
          <p:cNvSpPr/>
          <p:nvPr/>
        </p:nvSpPr>
        <p:spPr>
          <a:xfrm>
            <a:off x="4719661" y="2330450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545564C-D9F7-B4AB-5A66-B476BEAFF807}"/>
              </a:ext>
            </a:extLst>
          </p:cNvPr>
          <p:cNvSpPr txBox="1"/>
          <p:nvPr/>
        </p:nvSpPr>
        <p:spPr>
          <a:xfrm>
            <a:off x="4973661" y="22987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Documented reflooding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D2AD32CA-E238-90D3-785C-32A2140EC5A8}"/>
              </a:ext>
            </a:extLst>
          </p:cNvPr>
          <p:cNvSpPr/>
          <p:nvPr/>
        </p:nvSpPr>
        <p:spPr>
          <a:xfrm>
            <a:off x="4541861" y="2616200"/>
            <a:ext cx="330200" cy="165100"/>
          </a:xfrm>
          <a:prstGeom prst="roundRect">
            <a:avLst/>
          </a:prstGeom>
          <a:solidFill>
            <a:srgbClr val="CDCD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2EA1CD6-C25F-E2D1-E454-B3BA0248646A}"/>
              </a:ext>
            </a:extLst>
          </p:cNvPr>
          <p:cNvSpPr/>
          <p:nvPr/>
        </p:nvSpPr>
        <p:spPr>
          <a:xfrm>
            <a:off x="4567261" y="2635250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1B53140-E342-A2AB-51AA-31F1184D95C2}"/>
              </a:ext>
            </a:extLst>
          </p:cNvPr>
          <p:cNvSpPr txBox="1"/>
          <p:nvPr/>
        </p:nvSpPr>
        <p:spPr>
          <a:xfrm>
            <a:off x="4973661" y="26035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C8C8C"/>
                </a:solidFill>
                <a:latin typeface="Segoe UI" panose="020B0502040204020203" pitchFamily="34" charset="0"/>
              </a:rPr>
              <a:t>1:50 floodline (not yet)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9F3BEA5-C083-59CE-D6A5-8D2C3D3B2285}"/>
              </a:ext>
            </a:extLst>
          </p:cNvPr>
          <p:cNvSpPr txBox="1"/>
          <p:nvPr/>
        </p:nvSpPr>
        <p:spPr>
          <a:xfrm>
            <a:off x="4541861" y="3175000"/>
            <a:ext cx="4191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222222"/>
                </a:solidFill>
                <a:latin typeface="Bahnschrift" panose="020B0502040204020203" pitchFamily="34" charset="0"/>
              </a:rPr>
              <a:t>11 of 28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B4498C2-B7F0-7B31-DC5E-975B59CCEE0D}"/>
              </a:ext>
            </a:extLst>
          </p:cNvPr>
          <p:cNvSpPr txBox="1"/>
          <p:nvPr/>
        </p:nvSpPr>
        <p:spPr>
          <a:xfrm>
            <a:off x="4541861" y="38354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Segoe UI" panose="020B0502040204020203" pitchFamily="34" charset="0"/>
              </a:rPr>
              <a:t>Durban relocation sites inside the city's 1:100 floodplain or within 250 m of it.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D7FBA59-5052-47F5-21A9-D3E38C536B74}"/>
              </a:ext>
            </a:extLst>
          </p:cNvPr>
          <p:cNvSpPr txBox="1"/>
          <p:nvPr/>
        </p:nvSpPr>
        <p:spPr>
          <a:xfrm>
            <a:off x="4541861" y="4368800"/>
            <a:ext cx="419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D0312D"/>
                </a:solidFill>
                <a:latin typeface="Bahnschrift" panose="020B0502040204020203" pitchFamily="34" charset="0"/>
              </a:rPr>
              <a:t>Random ground across Durban: 34%.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10D5C6A-397B-7911-3414-CB018ADDE7C0}"/>
              </a:ext>
            </a:extLst>
          </p:cNvPr>
          <p:cNvSpPr txBox="1"/>
          <p:nvPr/>
        </p:nvSpPr>
        <p:spPr>
          <a:xfrm>
            <a:off x="4541861" y="46736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Ink Free" panose="03080402000500000000" pitchFamily="66" charset="0"/>
              </a:rPr>
              <a:t>The flood map made no difference to where people were put (binomial p = 0.34).</a:t>
            </a: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02ADEF0-5157-4392-3CCF-7EF71F3F139A}"/>
              </a:ext>
            </a:extLst>
          </p:cNvPr>
          <p:cNvSpPr/>
          <p:nvPr/>
        </p:nvSpPr>
        <p:spPr>
          <a:xfrm>
            <a:off x="4560911" y="5200650"/>
            <a:ext cx="114300" cy="1143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EAA7234-5BC4-C94B-3071-ED77445890C6}"/>
              </a:ext>
            </a:extLst>
          </p:cNvPr>
          <p:cNvSpPr txBox="1"/>
          <p:nvPr/>
        </p:nvSpPr>
        <p:spPr>
          <a:xfrm>
            <a:off x="4745061" y="51816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Segoe UI" panose="020B0502040204020203" pitchFamily="34" charset="0"/>
              </a:rPr>
              <a:t>site inside / within 250 m of floodplain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D351F57D-5595-5718-CFA6-344FEA0D6F7B}"/>
              </a:ext>
            </a:extLst>
          </p:cNvPr>
          <p:cNvSpPr/>
          <p:nvPr/>
        </p:nvSpPr>
        <p:spPr>
          <a:xfrm>
            <a:off x="4560911" y="540385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F30167A-EDE4-9582-D9AA-F26B2594EEFF}"/>
              </a:ext>
            </a:extLst>
          </p:cNvPr>
          <p:cNvSpPr txBox="1"/>
          <p:nvPr/>
        </p:nvSpPr>
        <p:spPr>
          <a:xfrm>
            <a:off x="4745061" y="53848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Segoe UI" panose="020B0502040204020203" pitchFamily="34" charset="0"/>
              </a:rPr>
              <a:t>site farther away</a:t>
            </a: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78B443FC-679D-EAB8-8C4F-0B05479E977E}"/>
              </a:ext>
            </a:extLst>
          </p:cNvPr>
          <p:cNvSpPr/>
          <p:nvPr/>
        </p:nvSpPr>
        <p:spPr>
          <a:xfrm>
            <a:off x="4529161" y="5575300"/>
            <a:ext cx="177800" cy="177800"/>
          </a:xfrm>
          <a:prstGeom prst="ellipse">
            <a:avLst/>
          </a:prstGeom>
          <a:noFill/>
          <a:ln w="15240" cap="flat" cmpd="sng" algn="ctr">
            <a:solidFill>
              <a:srgbClr val="D0312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DD839AF6-3582-70CF-059D-5BC04679ED4D}"/>
              </a:ext>
            </a:extLst>
          </p:cNvPr>
          <p:cNvSpPr/>
          <p:nvPr/>
        </p:nvSpPr>
        <p:spPr>
          <a:xfrm>
            <a:off x="4573611" y="5619750"/>
            <a:ext cx="88900" cy="889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7E146D9F-7BF2-F426-0AC0-6E129E75B1FC}"/>
              </a:ext>
            </a:extLst>
          </p:cNvPr>
          <p:cNvSpPr txBox="1"/>
          <p:nvPr/>
        </p:nvSpPr>
        <p:spPr>
          <a:xfrm>
            <a:off x="4745061" y="5588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Segoe UI" panose="020B0502040204020203" pitchFamily="34" charset="0"/>
              </a:rPr>
              <a:t>flooding documented after the move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EDEBF8E-DD3E-E98B-E8B9-408932E14E92}"/>
              </a:ext>
            </a:extLst>
          </p:cNvPr>
          <p:cNvSpPr txBox="1"/>
          <p:nvPr/>
        </p:nvSpPr>
        <p:spPr>
          <a:xfrm>
            <a:off x="508000" y="6629400"/>
            <a:ext cx="11176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8C8C8C"/>
                </a:solidFill>
                <a:latin typeface="Consolas" panose="020B0609020204030204" pitchFamily="49" charset="0"/>
              </a:rPr>
              <a:t>Data: eThekwini Flood Plain 100yr (open data); JRC Global Surface Water 1984-2021; SA TRAs 2022-2026 site list (28 Durban sites with coordinates, +/-1-3 km); 300 seeded random points. methods/scripts/build_tra_exposure.ps1</a:t>
            </a:r>
          </a:p>
        </p:txBody>
      </p:sp>
    </p:spTree>
    <p:extLst>
      <p:ext uri="{BB962C8B-B14F-4D97-AF65-F5344CB8AC3E}">
        <p14:creationId xmlns:p14="http://schemas.microsoft.com/office/powerpoint/2010/main" val="1709404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3AE49-6539-01A6-4FB4-C023554D59C4}"/>
              </a:ext>
            </a:extLst>
          </p:cNvPr>
          <p:cNvSpPr txBox="1"/>
          <p:nvPr/>
        </p:nvSpPr>
        <p:spPr>
          <a:xfrm>
            <a:off x="457200" y="279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8C8C8C"/>
                </a:solidFill>
                <a:latin typeface="Consolas" panose="020B0609020204030204" pitchFamily="49" charset="0"/>
              </a:rPr>
              <a:t>04 ·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504DA-9613-142B-07FC-B787EAD6DC21}"/>
              </a:ext>
            </a:extLst>
          </p:cNvPr>
          <p:cNvSpPr txBox="1"/>
          <p:nvPr/>
        </p:nvSpPr>
        <p:spPr>
          <a:xfrm>
            <a:off x="457200" y="4826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D0312D"/>
                </a:solidFill>
                <a:latin typeface="Bahnschrift" panose="020B0502040204020203" pitchFamily="34" charset="0"/>
              </a:rPr>
              <a:t>Core visual typology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D458B-3E75-23EA-AC8B-F7B9125F7963}"/>
              </a:ext>
            </a:extLst>
          </p:cNvPr>
          <p:cNvSpPr txBox="1"/>
          <p:nvPr/>
        </p:nvSpPr>
        <p:spPr>
          <a:xfrm>
            <a:off x="8128000" y="279400"/>
            <a:ext cx="360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Hollie &amp; Wandile · Harvard GSD MDE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35B8D-195F-282C-8387-027C00CBE50E}"/>
              </a:ext>
            </a:extLst>
          </p:cNvPr>
          <p:cNvSpPr txBox="1"/>
          <p:nvPr/>
        </p:nvSpPr>
        <p:spPr>
          <a:xfrm>
            <a:off x="11176000" y="6477000"/>
            <a:ext cx="55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8C8C8C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BE74B9-F768-41B4-8529-BE64FE9D38C3}"/>
              </a:ext>
            </a:extLst>
          </p:cNvPr>
          <p:cNvSpPr/>
          <p:nvPr/>
        </p:nvSpPr>
        <p:spPr>
          <a:xfrm>
            <a:off x="635000" y="1651000"/>
            <a:ext cx="1905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4B102D-2236-9E50-5ACE-8009492053B5}"/>
              </a:ext>
            </a:extLst>
          </p:cNvPr>
          <p:cNvSpPr/>
          <p:nvPr/>
        </p:nvSpPr>
        <p:spPr>
          <a:xfrm>
            <a:off x="626789" y="1642965"/>
            <a:ext cx="1919097" cy="1921784"/>
          </a:xfrm>
          <a:custGeom>
            <a:avLst/>
            <a:gdLst/>
            <a:ahLst/>
            <a:cxnLst/>
            <a:rect l="0" t="0" r="0" b="0"/>
            <a:pathLst>
              <a:path w="1919097" h="1921784">
                <a:moveTo>
                  <a:pt x="0" y="1027"/>
                </a:moveTo>
                <a:lnTo>
                  <a:pt x="480445" y="5649"/>
                </a:lnTo>
                <a:lnTo>
                  <a:pt x="967658" y="646"/>
                </a:lnTo>
                <a:lnTo>
                  <a:pt x="1431890" y="6331"/>
                </a:lnTo>
                <a:lnTo>
                  <a:pt x="1919096" y="3724"/>
                </a:lnTo>
                <a:lnTo>
                  <a:pt x="1914656" y="491878"/>
                </a:lnTo>
                <a:lnTo>
                  <a:pt x="1915476" y="959518"/>
                </a:lnTo>
                <a:lnTo>
                  <a:pt x="1912169" y="1434019"/>
                </a:lnTo>
                <a:lnTo>
                  <a:pt x="1910319" y="1904624"/>
                </a:lnTo>
                <a:lnTo>
                  <a:pt x="1435161" y="1921783"/>
                </a:lnTo>
                <a:lnTo>
                  <a:pt x="957465" y="1920862"/>
                </a:lnTo>
                <a:lnTo>
                  <a:pt x="489777" y="1915914"/>
                </a:lnTo>
                <a:lnTo>
                  <a:pt x="9941" y="1907177"/>
                </a:lnTo>
                <a:lnTo>
                  <a:pt x="16101" y="1429830"/>
                </a:lnTo>
                <a:lnTo>
                  <a:pt x="14100" y="966263"/>
                </a:lnTo>
                <a:lnTo>
                  <a:pt x="5918" y="479056"/>
                </a:lnTo>
                <a:lnTo>
                  <a:pt x="15382" y="0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B7CAFAD-9456-0396-4C40-78863C45085A}"/>
              </a:ext>
            </a:extLst>
          </p:cNvPr>
          <p:cNvSpPr/>
          <p:nvPr/>
        </p:nvSpPr>
        <p:spPr>
          <a:xfrm>
            <a:off x="817975" y="2176742"/>
            <a:ext cx="1396941" cy="204936"/>
          </a:xfrm>
          <a:custGeom>
            <a:avLst/>
            <a:gdLst/>
            <a:ahLst/>
            <a:cxnLst/>
            <a:rect l="0" t="0" r="0" b="0"/>
            <a:pathLst>
              <a:path w="1396941" h="204936">
                <a:moveTo>
                  <a:pt x="0" y="108180"/>
                </a:moveTo>
                <a:lnTo>
                  <a:pt x="109311" y="201823"/>
                </a:lnTo>
                <a:lnTo>
                  <a:pt x="234743" y="182700"/>
                </a:lnTo>
                <a:lnTo>
                  <a:pt x="339251" y="101776"/>
                </a:lnTo>
                <a:lnTo>
                  <a:pt x="460426" y="20114"/>
                </a:lnTo>
                <a:lnTo>
                  <a:pt x="582274" y="36234"/>
                </a:lnTo>
                <a:lnTo>
                  <a:pt x="693763" y="149744"/>
                </a:lnTo>
                <a:lnTo>
                  <a:pt x="811451" y="204935"/>
                </a:lnTo>
                <a:lnTo>
                  <a:pt x="929475" y="176216"/>
                </a:lnTo>
                <a:lnTo>
                  <a:pt x="1033166" y="63023"/>
                </a:lnTo>
                <a:lnTo>
                  <a:pt x="1157025" y="0"/>
                </a:lnTo>
                <a:lnTo>
                  <a:pt x="1271730" y="65711"/>
                </a:lnTo>
                <a:lnTo>
                  <a:pt x="1396940" y="173607"/>
                </a:lnTo>
              </a:path>
            </a:pathLst>
          </a:custGeom>
          <a:ln w="2540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57B13DB-5643-7EB9-12DF-3A3D97C0980C}"/>
              </a:ext>
            </a:extLst>
          </p:cNvPr>
          <p:cNvSpPr/>
          <p:nvPr/>
        </p:nvSpPr>
        <p:spPr>
          <a:xfrm>
            <a:off x="882155" y="2841246"/>
            <a:ext cx="1270141" cy="165105"/>
          </a:xfrm>
          <a:custGeom>
            <a:avLst/>
            <a:gdLst/>
            <a:ahLst/>
            <a:cxnLst/>
            <a:rect l="0" t="0" r="0" b="0"/>
            <a:pathLst>
              <a:path w="1270141" h="165105">
                <a:moveTo>
                  <a:pt x="0" y="72248"/>
                </a:moveTo>
                <a:lnTo>
                  <a:pt x="114068" y="149626"/>
                </a:lnTo>
                <a:lnTo>
                  <a:pt x="225875" y="149255"/>
                </a:lnTo>
                <a:lnTo>
                  <a:pt x="315272" y="67241"/>
                </a:lnTo>
                <a:lnTo>
                  <a:pt x="433439" y="4644"/>
                </a:lnTo>
                <a:lnTo>
                  <a:pt x="544503" y="21440"/>
                </a:lnTo>
                <a:lnTo>
                  <a:pt x="635273" y="104697"/>
                </a:lnTo>
                <a:lnTo>
                  <a:pt x="752350" y="165104"/>
                </a:lnTo>
                <a:lnTo>
                  <a:pt x="852439" y="139434"/>
                </a:lnTo>
                <a:lnTo>
                  <a:pt x="966590" y="32749"/>
                </a:lnTo>
                <a:lnTo>
                  <a:pt x="1067989" y="0"/>
                </a:lnTo>
                <a:lnTo>
                  <a:pt x="1171375" y="41286"/>
                </a:lnTo>
                <a:lnTo>
                  <a:pt x="1270140" y="131927"/>
                </a:lnTo>
              </a:path>
            </a:pathLst>
          </a:custGeom>
          <a:ln w="25400">
            <a:solidFill>
              <a:srgbClr val="6FA8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12F68D-A359-A975-B0EA-9EDE24A0FF0E}"/>
              </a:ext>
            </a:extLst>
          </p:cNvPr>
          <p:cNvSpPr/>
          <p:nvPr/>
        </p:nvSpPr>
        <p:spPr>
          <a:xfrm>
            <a:off x="2088575" y="1750508"/>
            <a:ext cx="205095" cy="1697050"/>
          </a:xfrm>
          <a:custGeom>
            <a:avLst/>
            <a:gdLst/>
            <a:ahLst/>
            <a:cxnLst/>
            <a:rect l="0" t="0" r="0" b="0"/>
            <a:pathLst>
              <a:path w="205095" h="1697050">
                <a:moveTo>
                  <a:pt x="128207" y="0"/>
                </a:moveTo>
                <a:lnTo>
                  <a:pt x="73307" y="399101"/>
                </a:lnTo>
                <a:lnTo>
                  <a:pt x="0" y="794949"/>
                </a:lnTo>
                <a:lnTo>
                  <a:pt x="108603" y="1240057"/>
                </a:lnTo>
                <a:lnTo>
                  <a:pt x="205094" y="1697049"/>
                </a:lnTo>
              </a:path>
            </a:pathLst>
          </a:custGeom>
          <a:ln w="38100">
            <a:solidFill>
              <a:srgbClr val="8C8C8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50881C-09EC-7716-49F3-E7473CBCEA2B}"/>
              </a:ext>
            </a:extLst>
          </p:cNvPr>
          <p:cNvSpPr txBox="1"/>
          <p:nvPr/>
        </p:nvSpPr>
        <p:spPr>
          <a:xfrm>
            <a:off x="635000" y="37084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1AF80E-4C7E-53C6-62C8-AA45E960CCD5}"/>
              </a:ext>
            </a:extLst>
          </p:cNvPr>
          <p:cNvSpPr txBox="1"/>
          <p:nvPr/>
        </p:nvSpPr>
        <p:spPr>
          <a:xfrm>
            <a:off x="635000" y="3987800"/>
            <a:ext cx="190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8C8C8C"/>
                </a:solidFill>
                <a:latin typeface="Ink Free" panose="03080402000500000000" pitchFamily="66" charset="0"/>
              </a:rPr>
              <a:t>= geography / exposure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DF3C02-B4C9-1BD9-5363-49FEEFB2CD07}"/>
              </a:ext>
            </a:extLst>
          </p:cNvPr>
          <p:cNvSpPr/>
          <p:nvPr/>
        </p:nvSpPr>
        <p:spPr>
          <a:xfrm>
            <a:off x="2870200" y="1651000"/>
            <a:ext cx="1905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B64CC3-4164-A4DD-1337-1F50FA47FFEB}"/>
              </a:ext>
            </a:extLst>
          </p:cNvPr>
          <p:cNvSpPr/>
          <p:nvPr/>
        </p:nvSpPr>
        <p:spPr>
          <a:xfrm>
            <a:off x="2864432" y="1649333"/>
            <a:ext cx="1915533" cy="1915449"/>
          </a:xfrm>
          <a:custGeom>
            <a:avLst/>
            <a:gdLst/>
            <a:ahLst/>
            <a:cxnLst/>
            <a:rect l="0" t="0" r="0" b="0"/>
            <a:pathLst>
              <a:path w="1915533" h="1915449">
                <a:moveTo>
                  <a:pt x="3556" y="1448"/>
                </a:moveTo>
                <a:lnTo>
                  <a:pt x="473292" y="0"/>
                </a:lnTo>
                <a:lnTo>
                  <a:pt x="956594" y="9556"/>
                </a:lnTo>
                <a:lnTo>
                  <a:pt x="1430829" y="3298"/>
                </a:lnTo>
                <a:lnTo>
                  <a:pt x="1907326" y="9538"/>
                </a:lnTo>
                <a:lnTo>
                  <a:pt x="1915041" y="480595"/>
                </a:lnTo>
                <a:lnTo>
                  <a:pt x="1915532" y="945773"/>
                </a:lnTo>
                <a:lnTo>
                  <a:pt x="1913510" y="1428705"/>
                </a:lnTo>
                <a:lnTo>
                  <a:pt x="1914891" y="1908459"/>
                </a:lnTo>
                <a:lnTo>
                  <a:pt x="1426920" y="1900633"/>
                </a:lnTo>
                <a:lnTo>
                  <a:pt x="959813" y="1915448"/>
                </a:lnTo>
                <a:lnTo>
                  <a:pt x="488433" y="1905081"/>
                </a:lnTo>
                <a:lnTo>
                  <a:pt x="0" y="1909042"/>
                </a:lnTo>
                <a:lnTo>
                  <a:pt x="13378" y="1439262"/>
                </a:lnTo>
                <a:lnTo>
                  <a:pt x="12196" y="948110"/>
                </a:lnTo>
                <a:lnTo>
                  <a:pt x="12773" y="469086"/>
                </a:lnTo>
                <a:lnTo>
                  <a:pt x="4930" y="3523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CB5F95-2A2D-E3D9-E501-87DD33FD3FB2}"/>
              </a:ext>
            </a:extLst>
          </p:cNvPr>
          <p:cNvSpPr/>
          <p:nvPr/>
        </p:nvSpPr>
        <p:spPr>
          <a:xfrm>
            <a:off x="3124200" y="19685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7798CB-2DE4-7D90-97FB-18356ED7A917}"/>
              </a:ext>
            </a:extLst>
          </p:cNvPr>
          <p:cNvSpPr/>
          <p:nvPr/>
        </p:nvSpPr>
        <p:spPr>
          <a:xfrm>
            <a:off x="3594100" y="2641600"/>
            <a:ext cx="127000" cy="127000"/>
          </a:xfrm>
          <a:prstGeom prst="ellipse">
            <a:avLst/>
          </a:prstGeom>
          <a:solidFill>
            <a:srgbClr val="D031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EF22AE-79E1-CF18-A712-E94052D56388}"/>
              </a:ext>
            </a:extLst>
          </p:cNvPr>
          <p:cNvSpPr/>
          <p:nvPr/>
        </p:nvSpPr>
        <p:spPr>
          <a:xfrm>
            <a:off x="4064000" y="21082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7559D6-9A6E-FADF-81D7-1644411DB127}"/>
              </a:ext>
            </a:extLst>
          </p:cNvPr>
          <p:cNvSpPr/>
          <p:nvPr/>
        </p:nvSpPr>
        <p:spPr>
          <a:xfrm>
            <a:off x="3263900" y="27813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81E5EE-0D8A-B853-73C3-68AAE48F9A56}"/>
              </a:ext>
            </a:extLst>
          </p:cNvPr>
          <p:cNvSpPr/>
          <p:nvPr/>
        </p:nvSpPr>
        <p:spPr>
          <a:xfrm>
            <a:off x="3733800" y="22479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6BD894-109F-6842-869E-21A2C1813F52}"/>
              </a:ext>
            </a:extLst>
          </p:cNvPr>
          <p:cNvSpPr/>
          <p:nvPr/>
        </p:nvSpPr>
        <p:spPr>
          <a:xfrm>
            <a:off x="4203700" y="29210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9718D0A-2AE2-1A8E-6672-C65330D11248}"/>
              </a:ext>
            </a:extLst>
          </p:cNvPr>
          <p:cNvSpPr/>
          <p:nvPr/>
        </p:nvSpPr>
        <p:spPr>
          <a:xfrm>
            <a:off x="3403600" y="23876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EA44ECA-38C0-3139-347C-1B7C13223512}"/>
              </a:ext>
            </a:extLst>
          </p:cNvPr>
          <p:cNvSpPr/>
          <p:nvPr/>
        </p:nvSpPr>
        <p:spPr>
          <a:xfrm>
            <a:off x="3873500" y="30607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8D47FD3-82BB-7428-2DAC-DD352B0B12B8}"/>
              </a:ext>
            </a:extLst>
          </p:cNvPr>
          <p:cNvSpPr/>
          <p:nvPr/>
        </p:nvSpPr>
        <p:spPr>
          <a:xfrm>
            <a:off x="4343400" y="25273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15A1627-D64A-4BA6-2532-C40F13DEA0E8}"/>
              </a:ext>
            </a:extLst>
          </p:cNvPr>
          <p:cNvSpPr/>
          <p:nvPr/>
        </p:nvSpPr>
        <p:spPr>
          <a:xfrm>
            <a:off x="3543300" y="1993900"/>
            <a:ext cx="127000" cy="1270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0D6D43-388A-022F-CEF7-71A597CED3FF}"/>
              </a:ext>
            </a:extLst>
          </p:cNvPr>
          <p:cNvSpPr txBox="1"/>
          <p:nvPr/>
        </p:nvSpPr>
        <p:spPr>
          <a:xfrm>
            <a:off x="2870200" y="37084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Points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DB371A-64E4-18E6-63A4-1906986421C9}"/>
              </a:ext>
            </a:extLst>
          </p:cNvPr>
          <p:cNvSpPr txBox="1"/>
          <p:nvPr/>
        </p:nvSpPr>
        <p:spPr>
          <a:xfrm>
            <a:off x="2870200" y="3987800"/>
            <a:ext cx="190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8C8C8C"/>
                </a:solidFill>
                <a:latin typeface="Ink Free" panose="03080402000500000000" pitchFamily="66" charset="0"/>
              </a:rPr>
              <a:t>= people / sites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BCBA47-F7A1-F6A0-101C-D8713CD50B25}"/>
              </a:ext>
            </a:extLst>
          </p:cNvPr>
          <p:cNvSpPr/>
          <p:nvPr/>
        </p:nvSpPr>
        <p:spPr>
          <a:xfrm>
            <a:off x="5105400" y="1651000"/>
            <a:ext cx="1905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013C727-803E-A6FF-92FF-D2AB7806311A}"/>
              </a:ext>
            </a:extLst>
          </p:cNvPr>
          <p:cNvSpPr/>
          <p:nvPr/>
        </p:nvSpPr>
        <p:spPr>
          <a:xfrm>
            <a:off x="5096788" y="1645017"/>
            <a:ext cx="1917799" cy="1915826"/>
          </a:xfrm>
          <a:custGeom>
            <a:avLst/>
            <a:gdLst/>
            <a:ahLst/>
            <a:cxnLst/>
            <a:rect l="0" t="0" r="0" b="0"/>
            <a:pathLst>
              <a:path w="1917799" h="1915826">
                <a:moveTo>
                  <a:pt x="17382" y="14090"/>
                </a:moveTo>
                <a:lnTo>
                  <a:pt x="491867" y="5521"/>
                </a:lnTo>
                <a:lnTo>
                  <a:pt x="965768" y="9608"/>
                </a:lnTo>
                <a:lnTo>
                  <a:pt x="1440697" y="13581"/>
                </a:lnTo>
                <a:lnTo>
                  <a:pt x="1909569" y="745"/>
                </a:lnTo>
                <a:lnTo>
                  <a:pt x="1917798" y="483108"/>
                </a:lnTo>
                <a:lnTo>
                  <a:pt x="1915786" y="960677"/>
                </a:lnTo>
                <a:lnTo>
                  <a:pt x="1905068" y="1438872"/>
                </a:lnTo>
                <a:lnTo>
                  <a:pt x="1905692" y="1906300"/>
                </a:lnTo>
                <a:lnTo>
                  <a:pt x="1429878" y="1915285"/>
                </a:lnTo>
                <a:lnTo>
                  <a:pt x="962070" y="1908880"/>
                </a:lnTo>
                <a:lnTo>
                  <a:pt x="487118" y="1912733"/>
                </a:lnTo>
                <a:lnTo>
                  <a:pt x="3824" y="1915825"/>
                </a:lnTo>
                <a:lnTo>
                  <a:pt x="0" y="1431089"/>
                </a:lnTo>
                <a:lnTo>
                  <a:pt x="12706" y="952209"/>
                </a:lnTo>
                <a:lnTo>
                  <a:pt x="587" y="486447"/>
                </a:lnTo>
                <a:lnTo>
                  <a:pt x="3238" y="0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5E44F93-C5FB-61D1-20F3-B9614675D80A}"/>
              </a:ext>
            </a:extLst>
          </p:cNvPr>
          <p:cNvSpPr/>
          <p:nvPr/>
        </p:nvSpPr>
        <p:spPr>
          <a:xfrm>
            <a:off x="5486400" y="2159000"/>
            <a:ext cx="1206501" cy="508001"/>
          </a:xfrm>
          <a:custGeom>
            <a:avLst/>
            <a:gdLst/>
            <a:ahLst/>
            <a:cxnLst/>
            <a:rect l="0" t="0" r="0" b="0"/>
            <a:pathLst>
              <a:path w="1206501" h="508001">
                <a:moveTo>
                  <a:pt x="0" y="127000"/>
                </a:moveTo>
                <a:lnTo>
                  <a:pt x="1016000" y="0"/>
                </a:lnTo>
                <a:lnTo>
                  <a:pt x="1206500" y="381000"/>
                </a:lnTo>
                <a:lnTo>
                  <a:pt x="190500" y="508000"/>
                </a:lnTo>
                <a:close/>
              </a:path>
            </a:pathLst>
          </a:custGeom>
          <a:solidFill>
            <a:srgbClr val="DCE6EC">
              <a:alpha val="90000"/>
            </a:srgbClr>
          </a:solidFill>
          <a:ln w="6350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CE0CB10-D12F-61FC-D2E6-4E69A1CFE510}"/>
              </a:ext>
            </a:extLst>
          </p:cNvPr>
          <p:cNvSpPr/>
          <p:nvPr/>
        </p:nvSpPr>
        <p:spPr>
          <a:xfrm>
            <a:off x="5486400" y="2438400"/>
            <a:ext cx="1206501" cy="508001"/>
          </a:xfrm>
          <a:custGeom>
            <a:avLst/>
            <a:gdLst/>
            <a:ahLst/>
            <a:cxnLst/>
            <a:rect l="0" t="0" r="0" b="0"/>
            <a:pathLst>
              <a:path w="1206501" h="508001">
                <a:moveTo>
                  <a:pt x="0" y="127000"/>
                </a:moveTo>
                <a:lnTo>
                  <a:pt x="1016000" y="0"/>
                </a:lnTo>
                <a:lnTo>
                  <a:pt x="1206500" y="381000"/>
                </a:lnTo>
                <a:lnTo>
                  <a:pt x="190500" y="508000"/>
                </a:lnTo>
                <a:close/>
              </a:path>
            </a:pathLst>
          </a:custGeom>
          <a:solidFill>
            <a:srgbClr val="F4B6B6">
              <a:alpha val="90000"/>
            </a:srgbClr>
          </a:solidFill>
          <a:ln w="6350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8F56DBA-2486-3D58-5C18-2A842C2D2F31}"/>
              </a:ext>
            </a:extLst>
          </p:cNvPr>
          <p:cNvSpPr/>
          <p:nvPr/>
        </p:nvSpPr>
        <p:spPr>
          <a:xfrm>
            <a:off x="5486400" y="2717800"/>
            <a:ext cx="1206501" cy="508001"/>
          </a:xfrm>
          <a:custGeom>
            <a:avLst/>
            <a:gdLst/>
            <a:ahLst/>
            <a:cxnLst/>
            <a:rect l="0" t="0" r="0" b="0"/>
            <a:pathLst>
              <a:path w="1206501" h="508001">
                <a:moveTo>
                  <a:pt x="0" y="127000"/>
                </a:moveTo>
                <a:lnTo>
                  <a:pt x="1016000" y="0"/>
                </a:lnTo>
                <a:lnTo>
                  <a:pt x="1206500" y="381000"/>
                </a:lnTo>
                <a:lnTo>
                  <a:pt x="190500" y="508000"/>
                </a:lnTo>
                <a:close/>
              </a:path>
            </a:pathLst>
          </a:custGeom>
          <a:solidFill>
            <a:srgbClr val="E8E8E6">
              <a:alpha val="90000"/>
            </a:srgbClr>
          </a:solidFill>
          <a:ln w="6350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BB7BB3-BEAC-2AA2-94D6-2AC36C51DC5D}"/>
              </a:ext>
            </a:extLst>
          </p:cNvPr>
          <p:cNvSpPr txBox="1"/>
          <p:nvPr/>
        </p:nvSpPr>
        <p:spPr>
          <a:xfrm>
            <a:off x="5105400" y="37084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Layers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2A8467-46AD-1620-7146-A7F627D64068}"/>
              </a:ext>
            </a:extLst>
          </p:cNvPr>
          <p:cNvSpPr txBox="1"/>
          <p:nvPr/>
        </p:nvSpPr>
        <p:spPr>
          <a:xfrm>
            <a:off x="5105400" y="3987800"/>
            <a:ext cx="190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8C8C8C"/>
                </a:solidFill>
                <a:latin typeface="Ink Free" panose="03080402000500000000" pitchFamily="66" charset="0"/>
              </a:rPr>
              <a:t>= evidence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091043-AE4C-0D08-0383-B55D3CEA4025}"/>
              </a:ext>
            </a:extLst>
          </p:cNvPr>
          <p:cNvSpPr/>
          <p:nvPr/>
        </p:nvSpPr>
        <p:spPr>
          <a:xfrm>
            <a:off x="7340600" y="1651000"/>
            <a:ext cx="1905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CA00C2F-EB6F-7C87-CCEB-4F952123F085}"/>
              </a:ext>
            </a:extLst>
          </p:cNvPr>
          <p:cNvSpPr/>
          <p:nvPr/>
        </p:nvSpPr>
        <p:spPr>
          <a:xfrm>
            <a:off x="7332325" y="1646695"/>
            <a:ext cx="1921775" cy="1918010"/>
          </a:xfrm>
          <a:custGeom>
            <a:avLst/>
            <a:gdLst/>
            <a:ahLst/>
            <a:cxnLst/>
            <a:rect l="0" t="0" r="0" b="0"/>
            <a:pathLst>
              <a:path w="1921775" h="1918010">
                <a:moveTo>
                  <a:pt x="0" y="7830"/>
                </a:moveTo>
                <a:lnTo>
                  <a:pt x="484697" y="0"/>
                </a:lnTo>
                <a:lnTo>
                  <a:pt x="966802" y="1972"/>
                </a:lnTo>
                <a:lnTo>
                  <a:pt x="1436546" y="7143"/>
                </a:lnTo>
                <a:lnTo>
                  <a:pt x="1917210" y="7069"/>
                </a:lnTo>
                <a:lnTo>
                  <a:pt x="1916393" y="482802"/>
                </a:lnTo>
                <a:lnTo>
                  <a:pt x="1904586" y="953331"/>
                </a:lnTo>
                <a:lnTo>
                  <a:pt x="1921774" y="1426453"/>
                </a:lnTo>
                <a:lnTo>
                  <a:pt x="1906248" y="1912103"/>
                </a:lnTo>
                <a:lnTo>
                  <a:pt x="1444568" y="1913055"/>
                </a:lnTo>
                <a:lnTo>
                  <a:pt x="952783" y="1911289"/>
                </a:lnTo>
                <a:lnTo>
                  <a:pt x="481486" y="1905670"/>
                </a:lnTo>
                <a:lnTo>
                  <a:pt x="3712" y="1918009"/>
                </a:lnTo>
                <a:lnTo>
                  <a:pt x="11621" y="1431144"/>
                </a:lnTo>
                <a:lnTo>
                  <a:pt x="2889" y="950146"/>
                </a:lnTo>
                <a:lnTo>
                  <a:pt x="2171" y="489417"/>
                </a:lnTo>
                <a:lnTo>
                  <a:pt x="5635" y="3571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A3C109A-1D90-7FB8-3895-921DA50F8BBE}"/>
              </a:ext>
            </a:extLst>
          </p:cNvPr>
          <p:cNvSpPr/>
          <p:nvPr/>
        </p:nvSpPr>
        <p:spPr>
          <a:xfrm>
            <a:off x="7514291" y="2409820"/>
            <a:ext cx="434090" cy="264192"/>
          </a:xfrm>
          <a:custGeom>
            <a:avLst/>
            <a:gdLst/>
            <a:ahLst/>
            <a:cxnLst/>
            <a:rect l="0" t="0" r="0" b="0"/>
            <a:pathLst>
              <a:path w="434090" h="264192">
                <a:moveTo>
                  <a:pt x="5687" y="0"/>
                </a:moveTo>
                <a:lnTo>
                  <a:pt x="430986" y="8455"/>
                </a:lnTo>
                <a:lnTo>
                  <a:pt x="434089" y="260919"/>
                </a:lnTo>
                <a:lnTo>
                  <a:pt x="0" y="264191"/>
                </a:lnTo>
                <a:lnTo>
                  <a:pt x="6962" y="11562"/>
                </a:lnTo>
              </a:path>
            </a:pathLst>
          </a:custGeom>
          <a:ln w="1524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A4DD905-CA3A-E85D-D577-C14A44116B72}"/>
              </a:ext>
            </a:extLst>
          </p:cNvPr>
          <p:cNvSpPr/>
          <p:nvPr/>
        </p:nvSpPr>
        <p:spPr>
          <a:xfrm>
            <a:off x="7965586" y="2540663"/>
            <a:ext cx="113272" cy="381678"/>
          </a:xfrm>
          <a:custGeom>
            <a:avLst/>
            <a:gdLst/>
            <a:ahLst/>
            <a:cxnLst/>
            <a:rect l="0" t="0" r="0" b="0"/>
            <a:pathLst>
              <a:path w="113272" h="381678">
                <a:moveTo>
                  <a:pt x="0" y="0"/>
                </a:moveTo>
                <a:lnTo>
                  <a:pt x="113271" y="381677"/>
                </a:lnTo>
              </a:path>
            </a:pathLst>
          </a:custGeom>
          <a:ln w="12700">
            <a:solidFill>
              <a:srgbClr val="D0312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8BF0AB8-3A69-BD7C-D680-F667494D576A}"/>
              </a:ext>
            </a:extLst>
          </p:cNvPr>
          <p:cNvSpPr/>
          <p:nvPr/>
        </p:nvSpPr>
        <p:spPr>
          <a:xfrm>
            <a:off x="8070320" y="2788917"/>
            <a:ext cx="444242" cy="258849"/>
          </a:xfrm>
          <a:custGeom>
            <a:avLst/>
            <a:gdLst/>
            <a:ahLst/>
            <a:cxnLst/>
            <a:rect l="0" t="0" r="0" b="0"/>
            <a:pathLst>
              <a:path w="444242" h="258849">
                <a:moveTo>
                  <a:pt x="3626" y="6889"/>
                </a:moveTo>
                <a:lnTo>
                  <a:pt x="430543" y="3150"/>
                </a:lnTo>
                <a:lnTo>
                  <a:pt x="444241" y="258848"/>
                </a:lnTo>
                <a:lnTo>
                  <a:pt x="0" y="257715"/>
                </a:lnTo>
                <a:lnTo>
                  <a:pt x="4554" y="0"/>
                </a:lnTo>
              </a:path>
            </a:pathLst>
          </a:custGeom>
          <a:ln w="1524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07FD631-B970-7382-2D1F-14DC5F08C4E9}"/>
              </a:ext>
            </a:extLst>
          </p:cNvPr>
          <p:cNvSpPr/>
          <p:nvPr/>
        </p:nvSpPr>
        <p:spPr>
          <a:xfrm>
            <a:off x="8518617" y="2537337"/>
            <a:ext cx="118530" cy="385883"/>
          </a:xfrm>
          <a:custGeom>
            <a:avLst/>
            <a:gdLst/>
            <a:ahLst/>
            <a:cxnLst/>
            <a:rect l="0" t="0" r="0" b="0"/>
            <a:pathLst>
              <a:path w="118530" h="385883">
                <a:moveTo>
                  <a:pt x="0" y="385882"/>
                </a:moveTo>
                <a:lnTo>
                  <a:pt x="118529" y="0"/>
                </a:lnTo>
              </a:path>
            </a:pathLst>
          </a:custGeom>
          <a:ln w="12700">
            <a:solidFill>
              <a:srgbClr val="D0312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3431F9F-DFBC-5385-7130-361D3D352759}"/>
              </a:ext>
            </a:extLst>
          </p:cNvPr>
          <p:cNvSpPr/>
          <p:nvPr/>
        </p:nvSpPr>
        <p:spPr>
          <a:xfrm>
            <a:off x="8635333" y="2409587"/>
            <a:ext cx="432446" cy="260203"/>
          </a:xfrm>
          <a:custGeom>
            <a:avLst/>
            <a:gdLst/>
            <a:ahLst/>
            <a:cxnLst/>
            <a:rect l="0" t="0" r="0" b="0"/>
            <a:pathLst>
              <a:path w="432446" h="260203">
                <a:moveTo>
                  <a:pt x="0" y="5116"/>
                </a:moveTo>
                <a:lnTo>
                  <a:pt x="432445" y="6560"/>
                </a:lnTo>
                <a:lnTo>
                  <a:pt x="428464" y="258348"/>
                </a:lnTo>
                <a:lnTo>
                  <a:pt x="4505" y="260202"/>
                </a:lnTo>
                <a:lnTo>
                  <a:pt x="7878" y="0"/>
                </a:lnTo>
              </a:path>
            </a:pathLst>
          </a:custGeom>
          <a:ln w="1524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C7CED8-C031-A460-08AD-695A5B465828}"/>
              </a:ext>
            </a:extLst>
          </p:cNvPr>
          <p:cNvSpPr txBox="1"/>
          <p:nvPr/>
        </p:nvSpPr>
        <p:spPr>
          <a:xfrm>
            <a:off x="7340600" y="37084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Flow diagram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73230A-84D4-8AD0-E035-3DFD0ED0D732}"/>
              </a:ext>
            </a:extLst>
          </p:cNvPr>
          <p:cNvSpPr txBox="1"/>
          <p:nvPr/>
        </p:nvSpPr>
        <p:spPr>
          <a:xfrm>
            <a:off x="7340600" y="3987800"/>
            <a:ext cx="190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8C8C8C"/>
                </a:solidFill>
                <a:latin typeface="Ink Free" panose="03080402000500000000" pitchFamily="66" charset="0"/>
              </a:rPr>
              <a:t>= institutional responsibility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D4F0B2-19D8-D0AC-2102-03286EA65E90}"/>
              </a:ext>
            </a:extLst>
          </p:cNvPr>
          <p:cNvSpPr/>
          <p:nvPr/>
        </p:nvSpPr>
        <p:spPr>
          <a:xfrm>
            <a:off x="9575800" y="1651000"/>
            <a:ext cx="1905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CB2F175-6181-4E93-4376-A51C7AADF7B8}"/>
              </a:ext>
            </a:extLst>
          </p:cNvPr>
          <p:cNvSpPr/>
          <p:nvPr/>
        </p:nvSpPr>
        <p:spPr>
          <a:xfrm>
            <a:off x="9571528" y="1644887"/>
            <a:ext cx="1906530" cy="1911971"/>
          </a:xfrm>
          <a:custGeom>
            <a:avLst/>
            <a:gdLst/>
            <a:ahLst/>
            <a:cxnLst/>
            <a:rect l="0" t="0" r="0" b="0"/>
            <a:pathLst>
              <a:path w="1906530" h="1911971">
                <a:moveTo>
                  <a:pt x="0" y="1027"/>
                </a:moveTo>
                <a:lnTo>
                  <a:pt x="479491" y="0"/>
                </a:lnTo>
                <a:lnTo>
                  <a:pt x="964792" y="3583"/>
                </a:lnTo>
                <a:lnTo>
                  <a:pt x="1430756" y="8584"/>
                </a:lnTo>
                <a:lnTo>
                  <a:pt x="1904445" y="14597"/>
                </a:lnTo>
                <a:lnTo>
                  <a:pt x="1901725" y="484062"/>
                </a:lnTo>
                <a:lnTo>
                  <a:pt x="1901860" y="963332"/>
                </a:lnTo>
                <a:lnTo>
                  <a:pt x="1903682" y="1441347"/>
                </a:lnTo>
                <a:lnTo>
                  <a:pt x="1906529" y="1905170"/>
                </a:lnTo>
                <a:lnTo>
                  <a:pt x="1441059" y="1902383"/>
                </a:lnTo>
                <a:lnTo>
                  <a:pt x="961790" y="1911970"/>
                </a:lnTo>
                <a:lnTo>
                  <a:pt x="472160" y="1905572"/>
                </a:lnTo>
                <a:lnTo>
                  <a:pt x="3059" y="1903372"/>
                </a:lnTo>
                <a:lnTo>
                  <a:pt x="3786" y="1430347"/>
                </a:lnTo>
                <a:lnTo>
                  <a:pt x="1240" y="953429"/>
                </a:lnTo>
                <a:lnTo>
                  <a:pt x="13076" y="485210"/>
                </a:lnTo>
                <a:lnTo>
                  <a:pt x="7756" y="10279"/>
                </a:lnTo>
              </a:path>
            </a:pathLst>
          </a:custGeom>
          <a:ln w="12700">
            <a:solidFill>
              <a:srgbClr val="CDCD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06F2A4-6357-1D41-1E1A-0FD1ABCE1A22}"/>
              </a:ext>
            </a:extLst>
          </p:cNvPr>
          <p:cNvSpPr/>
          <p:nvPr/>
        </p:nvSpPr>
        <p:spPr>
          <a:xfrm>
            <a:off x="9855200" y="19304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F158D9-29A7-1669-8A54-133FBAF9196A}"/>
              </a:ext>
            </a:extLst>
          </p:cNvPr>
          <p:cNvSpPr/>
          <p:nvPr/>
        </p:nvSpPr>
        <p:spPr>
          <a:xfrm>
            <a:off x="10134600" y="19304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347974-1899-2C7A-817D-FA656EF9C8AA}"/>
              </a:ext>
            </a:extLst>
          </p:cNvPr>
          <p:cNvSpPr/>
          <p:nvPr/>
        </p:nvSpPr>
        <p:spPr>
          <a:xfrm>
            <a:off x="10414000" y="19304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51EA4ED-6ECF-9153-CC83-166F45A5DE74}"/>
              </a:ext>
            </a:extLst>
          </p:cNvPr>
          <p:cNvSpPr/>
          <p:nvPr/>
        </p:nvSpPr>
        <p:spPr>
          <a:xfrm>
            <a:off x="10693400" y="19304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E18178-B04E-FBB3-AEF6-0F8DA29BB2D1}"/>
              </a:ext>
            </a:extLst>
          </p:cNvPr>
          <p:cNvSpPr/>
          <p:nvPr/>
        </p:nvSpPr>
        <p:spPr>
          <a:xfrm>
            <a:off x="10972800" y="19304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63376E-EF41-57D6-F56B-9F41C58AD476}"/>
              </a:ext>
            </a:extLst>
          </p:cNvPr>
          <p:cNvSpPr/>
          <p:nvPr/>
        </p:nvSpPr>
        <p:spPr>
          <a:xfrm>
            <a:off x="9855200" y="22098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6620C1C-955C-268E-78E5-B5C66CBE1AD5}"/>
              </a:ext>
            </a:extLst>
          </p:cNvPr>
          <p:cNvSpPr/>
          <p:nvPr/>
        </p:nvSpPr>
        <p:spPr>
          <a:xfrm>
            <a:off x="10134600" y="22098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82DCA7-0ED2-C91A-CBC3-EE3406F06294}"/>
              </a:ext>
            </a:extLst>
          </p:cNvPr>
          <p:cNvSpPr/>
          <p:nvPr/>
        </p:nvSpPr>
        <p:spPr>
          <a:xfrm>
            <a:off x="10414000" y="22098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C7C53E-F244-4149-292D-583E9E4E2CB6}"/>
              </a:ext>
            </a:extLst>
          </p:cNvPr>
          <p:cNvSpPr/>
          <p:nvPr/>
        </p:nvSpPr>
        <p:spPr>
          <a:xfrm>
            <a:off x="10693400" y="22098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FA04383-E51B-E08E-ADAC-51671BF9EBBD}"/>
              </a:ext>
            </a:extLst>
          </p:cNvPr>
          <p:cNvSpPr/>
          <p:nvPr/>
        </p:nvSpPr>
        <p:spPr>
          <a:xfrm>
            <a:off x="10972800" y="22098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1C70B4C-397E-8F9A-D487-E9B420FD8F99}"/>
              </a:ext>
            </a:extLst>
          </p:cNvPr>
          <p:cNvSpPr/>
          <p:nvPr/>
        </p:nvSpPr>
        <p:spPr>
          <a:xfrm>
            <a:off x="9855200" y="24892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8CBAB4-4C08-069D-9D7B-CD2FE1E5C712}"/>
              </a:ext>
            </a:extLst>
          </p:cNvPr>
          <p:cNvSpPr/>
          <p:nvPr/>
        </p:nvSpPr>
        <p:spPr>
          <a:xfrm>
            <a:off x="10134600" y="24892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94B2A1-B85C-F65A-75FC-76524A91D97B}"/>
              </a:ext>
            </a:extLst>
          </p:cNvPr>
          <p:cNvSpPr/>
          <p:nvPr/>
        </p:nvSpPr>
        <p:spPr>
          <a:xfrm>
            <a:off x="10414000" y="24892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9BB1E8-28AF-53CA-5F95-DBED60B1DD0E}"/>
              </a:ext>
            </a:extLst>
          </p:cNvPr>
          <p:cNvSpPr/>
          <p:nvPr/>
        </p:nvSpPr>
        <p:spPr>
          <a:xfrm>
            <a:off x="10693400" y="24892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4C2C6B5-CCCD-10B1-5B0F-BD1E0692076E}"/>
              </a:ext>
            </a:extLst>
          </p:cNvPr>
          <p:cNvSpPr/>
          <p:nvPr/>
        </p:nvSpPr>
        <p:spPr>
          <a:xfrm>
            <a:off x="10972800" y="24892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F28FBB7-BAA9-C63A-CEB9-EF0E1016E870}"/>
              </a:ext>
            </a:extLst>
          </p:cNvPr>
          <p:cNvSpPr/>
          <p:nvPr/>
        </p:nvSpPr>
        <p:spPr>
          <a:xfrm>
            <a:off x="9855200" y="27686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41F842C-07CC-0D41-044F-CF207E329A5E}"/>
              </a:ext>
            </a:extLst>
          </p:cNvPr>
          <p:cNvSpPr/>
          <p:nvPr/>
        </p:nvSpPr>
        <p:spPr>
          <a:xfrm>
            <a:off x="10134600" y="27686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813B636-86F3-3A7C-19E1-15437FE01A56}"/>
              </a:ext>
            </a:extLst>
          </p:cNvPr>
          <p:cNvSpPr/>
          <p:nvPr/>
        </p:nvSpPr>
        <p:spPr>
          <a:xfrm>
            <a:off x="10414000" y="27686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87F90F3-7EE9-C498-6EA7-740181FC33E7}"/>
              </a:ext>
            </a:extLst>
          </p:cNvPr>
          <p:cNvSpPr/>
          <p:nvPr/>
        </p:nvSpPr>
        <p:spPr>
          <a:xfrm>
            <a:off x="10693400" y="27686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60A1E9-3E8B-385A-4D42-1564091F58A8}"/>
              </a:ext>
            </a:extLst>
          </p:cNvPr>
          <p:cNvSpPr/>
          <p:nvPr/>
        </p:nvSpPr>
        <p:spPr>
          <a:xfrm>
            <a:off x="10972800" y="27686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C9F2CD-B876-1665-4C40-32E28D07AE57}"/>
              </a:ext>
            </a:extLst>
          </p:cNvPr>
          <p:cNvSpPr/>
          <p:nvPr/>
        </p:nvSpPr>
        <p:spPr>
          <a:xfrm>
            <a:off x="9855200" y="30480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26AEDF-9677-A39A-EAE5-61807F347133}"/>
              </a:ext>
            </a:extLst>
          </p:cNvPr>
          <p:cNvSpPr/>
          <p:nvPr/>
        </p:nvSpPr>
        <p:spPr>
          <a:xfrm>
            <a:off x="10134600" y="304800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1E795C3-B972-F110-A3A3-0BAA7AF4B218}"/>
              </a:ext>
            </a:extLst>
          </p:cNvPr>
          <p:cNvSpPr/>
          <p:nvPr/>
        </p:nvSpPr>
        <p:spPr>
          <a:xfrm>
            <a:off x="10414000" y="30480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A836250-4AAB-BB6F-B27D-A2EA21E346AB}"/>
              </a:ext>
            </a:extLst>
          </p:cNvPr>
          <p:cNvSpPr/>
          <p:nvPr/>
        </p:nvSpPr>
        <p:spPr>
          <a:xfrm>
            <a:off x="10693400" y="30480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51AFA9F-3A75-6361-DA70-0CD587C4D5F6}"/>
              </a:ext>
            </a:extLst>
          </p:cNvPr>
          <p:cNvSpPr/>
          <p:nvPr/>
        </p:nvSpPr>
        <p:spPr>
          <a:xfrm>
            <a:off x="10972800" y="3048000"/>
            <a:ext cx="228600" cy="228600"/>
          </a:xfrm>
          <a:prstGeom prst="rect">
            <a:avLst/>
          </a:prstGeom>
          <a:solidFill>
            <a:srgbClr val="D0312D"/>
          </a:solidFill>
          <a:ln w="9525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B7BBC5-113C-38F1-1034-3972BD48CF5F}"/>
              </a:ext>
            </a:extLst>
          </p:cNvPr>
          <p:cNvSpPr txBox="1"/>
          <p:nvPr/>
        </p:nvSpPr>
        <p:spPr>
          <a:xfrm>
            <a:off x="9575800" y="37084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Bahnschrift" panose="020B0502040204020203" pitchFamily="34" charset="0"/>
              </a:rPr>
              <a:t>Comparison matrix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361C17-BD9F-3900-D7D6-8C4150E8A068}"/>
              </a:ext>
            </a:extLst>
          </p:cNvPr>
          <p:cNvSpPr txBox="1"/>
          <p:nvPr/>
        </p:nvSpPr>
        <p:spPr>
          <a:xfrm>
            <a:off x="9575800" y="3987800"/>
            <a:ext cx="190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8C8C8C"/>
                </a:solidFill>
                <a:latin typeface="Ink Free" panose="03080402000500000000" pitchFamily="66" charset="0"/>
              </a:rPr>
              <a:t>= system architecture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072C09-1289-5754-F73C-213A7FDF391C}"/>
              </a:ext>
            </a:extLst>
          </p:cNvPr>
          <p:cNvSpPr txBox="1"/>
          <p:nvPr/>
        </p:nvSpPr>
        <p:spPr>
          <a:xfrm>
            <a:off x="635000" y="4826000"/>
            <a:ext cx="1092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22222"/>
                </a:solidFill>
                <a:latin typeface="Segoe UI" panose="020B0502040204020203" pitchFamily="34" charset="0"/>
              </a:rPr>
              <a:t>One visual language across the scroll: geography and evidence are layered on the map, then the story pulls back to flows (who is responsible) and a matrix (how the systems compare).</a:t>
            </a:r>
          </a:p>
        </p:txBody>
      </p:sp>
    </p:spTree>
    <p:extLst>
      <p:ext uri="{BB962C8B-B14F-4D97-AF65-F5344CB8AC3E}">
        <p14:creationId xmlns:p14="http://schemas.microsoft.com/office/powerpoint/2010/main" val="156115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Microsoft Office PowerPoint</Application>
  <PresentationFormat>Custom</PresentationFormat>
  <Paragraphs>253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Bahnschrift</vt:lpstr>
      <vt:lpstr>Consolas</vt:lpstr>
      <vt:lpstr>Ink Free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Mthiyane, Wandile</dc:creator>
  <cp:lastModifiedBy>Mthiyane, Wandile</cp:lastModifiedBy>
  <cp:revision>1</cp:revision>
  <dcterms:created xsi:type="dcterms:W3CDTF">2026-09-28T02:14:41Z</dcterms:created>
  <dcterms:modified xsi:type="dcterms:W3CDTF">2026-09-28T02:14:41Z</dcterms:modified>
</cp:coreProperties>
</file>